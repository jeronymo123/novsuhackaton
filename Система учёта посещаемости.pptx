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1.xml" ContentType="application/vnd.openxmlformats-officedocument.themeOverr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6" r:id="rId9"/>
    <p:sldId id="268" r:id="rId10"/>
    <p:sldId id="262" r:id="rId11"/>
    <p:sldId id="263" r:id="rId12"/>
    <p:sldId id="270" r:id="rId13"/>
    <p:sldId id="265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849153-DF42-4C47-9926-D57C09D96952}" type="doc">
      <dgm:prSet loTypeId="urn:microsoft.com/office/officeart/2008/layout/LinedList" loCatId="list" qsTypeId="urn:microsoft.com/office/officeart/2005/8/quickstyle/simple2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9C03C0D3-A403-47F4-ABB2-9C41B55EB6D1}">
      <dgm:prSet/>
      <dgm:spPr/>
      <dgm:t>
        <a:bodyPr/>
        <a:lstStyle/>
        <a:p>
          <a:r>
            <a:rPr lang="ru-RU" b="1" dirty="0">
              <a:solidFill>
                <a:schemeClr val="bg1"/>
              </a:solidFill>
            </a:rPr>
            <a:t>Кукунин</a:t>
          </a:r>
          <a:r>
            <a:rPr lang="en-US" b="1" dirty="0">
              <a:solidFill>
                <a:schemeClr val="bg1"/>
              </a:solidFill>
            </a:rPr>
            <a:t> </a:t>
          </a:r>
          <a:r>
            <a:rPr lang="ru-RU" b="1" dirty="0">
              <a:solidFill>
                <a:schemeClr val="bg1"/>
              </a:solidFill>
            </a:rPr>
            <a:t>Родион </a:t>
          </a:r>
          <a:r>
            <a:rPr lang="en-US" b="1" dirty="0">
              <a:solidFill>
                <a:schemeClr val="bg1"/>
              </a:solidFill>
            </a:rPr>
            <a:t>– </a:t>
          </a:r>
          <a:br>
            <a:rPr lang="en-US" b="1" dirty="0">
              <a:solidFill>
                <a:schemeClr val="bg1"/>
              </a:solidFill>
            </a:rPr>
          </a:br>
          <a:r>
            <a:rPr lang="en-US" b="1" dirty="0">
              <a:solidFill>
                <a:schemeClr val="bg1"/>
              </a:solidFill>
            </a:rPr>
            <a:t>Team Lead / </a:t>
          </a:r>
          <a:r>
            <a:rPr lang="en-US" b="1" dirty="0" err="1">
              <a:solidFill>
                <a:schemeClr val="bg1"/>
              </a:solidFill>
            </a:rPr>
            <a:t>Fullstack</a:t>
          </a:r>
          <a:r>
            <a:rPr lang="en-US" b="1" dirty="0">
              <a:solidFill>
                <a:schemeClr val="bg1"/>
              </a:solidFill>
            </a:rPr>
            <a:t> Developer </a:t>
          </a:r>
        </a:p>
        <a:p>
          <a:r>
            <a:rPr lang="ru-RU" dirty="0">
              <a:solidFill>
                <a:schemeClr val="bg1"/>
              </a:solidFill>
            </a:rPr>
            <a:t>Великий Новгород, Новгородская область</a:t>
          </a:r>
          <a:br>
            <a:rPr lang="ru-RU" dirty="0">
              <a:solidFill>
                <a:schemeClr val="bg1"/>
              </a:solidFill>
            </a:rPr>
          </a:br>
          <a:endParaRPr lang="en-US" dirty="0">
            <a:solidFill>
              <a:schemeClr val="bg1"/>
            </a:solidFill>
          </a:endParaRPr>
        </a:p>
      </dgm:t>
    </dgm:pt>
    <dgm:pt modelId="{70C24549-7D16-45C7-85BC-541A1E35C47F}" type="parTrans" cxnId="{1CE9AF61-4011-4CDA-9D67-4FC09E343EB1}">
      <dgm:prSet/>
      <dgm:spPr/>
      <dgm:t>
        <a:bodyPr/>
        <a:lstStyle/>
        <a:p>
          <a:endParaRPr lang="en-US"/>
        </a:p>
      </dgm:t>
    </dgm:pt>
    <dgm:pt modelId="{6CEA7670-A691-41AE-8E0A-95363490DFD2}" type="sibTrans" cxnId="{1CE9AF61-4011-4CDA-9D67-4FC09E343EB1}">
      <dgm:prSet/>
      <dgm:spPr/>
      <dgm:t>
        <a:bodyPr/>
        <a:lstStyle/>
        <a:p>
          <a:endParaRPr lang="en-US"/>
        </a:p>
      </dgm:t>
    </dgm:pt>
    <dgm:pt modelId="{B694FE45-841D-46F0-8F24-F85238B580A9}">
      <dgm:prSet/>
      <dgm:spPr/>
      <dgm:t>
        <a:bodyPr/>
        <a:lstStyle/>
        <a:p>
          <a:r>
            <a:rPr lang="ru-RU" b="1" dirty="0">
              <a:solidFill>
                <a:schemeClr val="bg1"/>
              </a:solidFill>
            </a:rPr>
            <a:t>Павлов</a:t>
          </a:r>
          <a:r>
            <a:rPr lang="en-US" b="1" dirty="0">
              <a:solidFill>
                <a:schemeClr val="bg1"/>
              </a:solidFill>
            </a:rPr>
            <a:t> </a:t>
          </a:r>
          <a:r>
            <a:rPr lang="ru-RU" b="1" dirty="0">
              <a:solidFill>
                <a:schemeClr val="bg1"/>
              </a:solidFill>
            </a:rPr>
            <a:t>Владимир </a:t>
          </a:r>
          <a:r>
            <a:rPr lang="en-US" b="1" dirty="0">
              <a:solidFill>
                <a:schemeClr val="bg1"/>
              </a:solidFill>
            </a:rPr>
            <a:t>– </a:t>
          </a:r>
          <a:br>
            <a:rPr lang="en-US" b="1" dirty="0">
              <a:solidFill>
                <a:schemeClr val="bg1"/>
              </a:solidFill>
            </a:rPr>
          </a:br>
          <a:r>
            <a:rPr lang="en-US" b="1" dirty="0">
              <a:solidFill>
                <a:schemeClr val="bg1"/>
              </a:solidFill>
            </a:rPr>
            <a:t>Frontend Developer </a:t>
          </a:r>
          <a:br>
            <a:rPr lang="en-US" b="1" dirty="0">
              <a:solidFill>
                <a:schemeClr val="bg1"/>
              </a:solidFill>
            </a:rPr>
          </a:br>
          <a:r>
            <a:rPr lang="ru-RU" dirty="0">
              <a:solidFill>
                <a:schemeClr val="bg1"/>
              </a:solidFill>
            </a:rPr>
            <a:t>Великий Новгород, Новгородская область</a:t>
          </a:r>
          <a:endParaRPr lang="en-US" dirty="0">
            <a:solidFill>
              <a:schemeClr val="bg1"/>
            </a:solidFill>
          </a:endParaRPr>
        </a:p>
      </dgm:t>
    </dgm:pt>
    <dgm:pt modelId="{5F2D9F0E-4070-471A-B66C-FDF007EE64ED}" type="parTrans" cxnId="{3F3B4430-FF69-42A8-BB2D-B923739FD0C1}">
      <dgm:prSet/>
      <dgm:spPr/>
      <dgm:t>
        <a:bodyPr/>
        <a:lstStyle/>
        <a:p>
          <a:endParaRPr lang="en-US"/>
        </a:p>
      </dgm:t>
    </dgm:pt>
    <dgm:pt modelId="{D4FC6ED7-D837-4C1C-BB77-6E6DB99616AC}" type="sibTrans" cxnId="{3F3B4430-FF69-42A8-BB2D-B923739FD0C1}">
      <dgm:prSet/>
      <dgm:spPr/>
      <dgm:t>
        <a:bodyPr/>
        <a:lstStyle/>
        <a:p>
          <a:endParaRPr lang="en-US"/>
        </a:p>
      </dgm:t>
    </dgm:pt>
    <dgm:pt modelId="{FA457F62-BF09-4E89-B9DE-5E1B375F3436}" type="pres">
      <dgm:prSet presAssocID="{B5849153-DF42-4C47-9926-D57C09D96952}" presName="vert0" presStyleCnt="0">
        <dgm:presLayoutVars>
          <dgm:dir/>
          <dgm:animOne val="branch"/>
          <dgm:animLvl val="lvl"/>
        </dgm:presLayoutVars>
      </dgm:prSet>
      <dgm:spPr/>
    </dgm:pt>
    <dgm:pt modelId="{C13F6F16-02B2-4EB0-A0C8-47E405DD5466}" type="pres">
      <dgm:prSet presAssocID="{9C03C0D3-A403-47F4-ABB2-9C41B55EB6D1}" presName="thickLine" presStyleLbl="alignNode1" presStyleIdx="0" presStyleCnt="2"/>
      <dgm:spPr/>
    </dgm:pt>
    <dgm:pt modelId="{55C4E3FF-2B93-4C49-8721-187813771469}" type="pres">
      <dgm:prSet presAssocID="{9C03C0D3-A403-47F4-ABB2-9C41B55EB6D1}" presName="horz1" presStyleCnt="0"/>
      <dgm:spPr/>
    </dgm:pt>
    <dgm:pt modelId="{4E6606AC-3A4E-4AB0-91D2-16E4F87F9E75}" type="pres">
      <dgm:prSet presAssocID="{9C03C0D3-A403-47F4-ABB2-9C41B55EB6D1}" presName="tx1" presStyleLbl="revTx" presStyleIdx="0" presStyleCnt="2"/>
      <dgm:spPr/>
    </dgm:pt>
    <dgm:pt modelId="{CD7C0292-A9AC-4A05-9197-ECBEC208EA6C}" type="pres">
      <dgm:prSet presAssocID="{9C03C0D3-A403-47F4-ABB2-9C41B55EB6D1}" presName="vert1" presStyleCnt="0"/>
      <dgm:spPr/>
    </dgm:pt>
    <dgm:pt modelId="{94C96CA8-27F2-465A-9DEC-354D73913A8B}" type="pres">
      <dgm:prSet presAssocID="{B694FE45-841D-46F0-8F24-F85238B580A9}" presName="thickLine" presStyleLbl="alignNode1" presStyleIdx="1" presStyleCnt="2"/>
      <dgm:spPr/>
    </dgm:pt>
    <dgm:pt modelId="{3BD45C00-6935-4089-B73F-493D459D35C3}" type="pres">
      <dgm:prSet presAssocID="{B694FE45-841D-46F0-8F24-F85238B580A9}" presName="horz1" presStyleCnt="0"/>
      <dgm:spPr/>
    </dgm:pt>
    <dgm:pt modelId="{CC820322-FE45-4C8D-8B77-72B7E6B2ACCA}" type="pres">
      <dgm:prSet presAssocID="{B694FE45-841D-46F0-8F24-F85238B580A9}" presName="tx1" presStyleLbl="revTx" presStyleIdx="1" presStyleCnt="2"/>
      <dgm:spPr/>
    </dgm:pt>
    <dgm:pt modelId="{43829917-32E6-4936-BE12-59AF41EA186D}" type="pres">
      <dgm:prSet presAssocID="{B694FE45-841D-46F0-8F24-F85238B580A9}" presName="vert1" presStyleCnt="0"/>
      <dgm:spPr/>
    </dgm:pt>
  </dgm:ptLst>
  <dgm:cxnLst>
    <dgm:cxn modelId="{31A49518-620F-45B2-BA40-6CBE1DE49D4E}" type="presOf" srcId="{B694FE45-841D-46F0-8F24-F85238B580A9}" destId="{CC820322-FE45-4C8D-8B77-72B7E6B2ACCA}" srcOrd="0" destOrd="0" presId="urn:microsoft.com/office/officeart/2008/layout/LinedList"/>
    <dgm:cxn modelId="{3F3B4430-FF69-42A8-BB2D-B923739FD0C1}" srcId="{B5849153-DF42-4C47-9926-D57C09D96952}" destId="{B694FE45-841D-46F0-8F24-F85238B580A9}" srcOrd="1" destOrd="0" parTransId="{5F2D9F0E-4070-471A-B66C-FDF007EE64ED}" sibTransId="{D4FC6ED7-D837-4C1C-BB77-6E6DB99616AC}"/>
    <dgm:cxn modelId="{1CE9AF61-4011-4CDA-9D67-4FC09E343EB1}" srcId="{B5849153-DF42-4C47-9926-D57C09D96952}" destId="{9C03C0D3-A403-47F4-ABB2-9C41B55EB6D1}" srcOrd="0" destOrd="0" parTransId="{70C24549-7D16-45C7-85BC-541A1E35C47F}" sibTransId="{6CEA7670-A691-41AE-8E0A-95363490DFD2}"/>
    <dgm:cxn modelId="{B75B2DAA-5955-40EE-A4E7-1260B5C3570D}" type="presOf" srcId="{9C03C0D3-A403-47F4-ABB2-9C41B55EB6D1}" destId="{4E6606AC-3A4E-4AB0-91D2-16E4F87F9E75}" srcOrd="0" destOrd="0" presId="urn:microsoft.com/office/officeart/2008/layout/LinedList"/>
    <dgm:cxn modelId="{6F5477BB-2B8E-4526-AD17-5C2F30A1D22C}" type="presOf" srcId="{B5849153-DF42-4C47-9926-D57C09D96952}" destId="{FA457F62-BF09-4E89-B9DE-5E1B375F3436}" srcOrd="0" destOrd="0" presId="urn:microsoft.com/office/officeart/2008/layout/LinedList"/>
    <dgm:cxn modelId="{3F339737-E90A-4056-A1E1-7C493F7C1D9C}" type="presParOf" srcId="{FA457F62-BF09-4E89-B9DE-5E1B375F3436}" destId="{C13F6F16-02B2-4EB0-A0C8-47E405DD5466}" srcOrd="0" destOrd="0" presId="urn:microsoft.com/office/officeart/2008/layout/LinedList"/>
    <dgm:cxn modelId="{9D243458-A4CF-4723-B086-42D22B9807C0}" type="presParOf" srcId="{FA457F62-BF09-4E89-B9DE-5E1B375F3436}" destId="{55C4E3FF-2B93-4C49-8721-187813771469}" srcOrd="1" destOrd="0" presId="urn:microsoft.com/office/officeart/2008/layout/LinedList"/>
    <dgm:cxn modelId="{EECC9544-215C-41B8-BEF8-EA820787DA2D}" type="presParOf" srcId="{55C4E3FF-2B93-4C49-8721-187813771469}" destId="{4E6606AC-3A4E-4AB0-91D2-16E4F87F9E75}" srcOrd="0" destOrd="0" presId="urn:microsoft.com/office/officeart/2008/layout/LinedList"/>
    <dgm:cxn modelId="{27C3ED45-8305-45B4-8F5A-AB662F57D5AB}" type="presParOf" srcId="{55C4E3FF-2B93-4C49-8721-187813771469}" destId="{CD7C0292-A9AC-4A05-9197-ECBEC208EA6C}" srcOrd="1" destOrd="0" presId="urn:microsoft.com/office/officeart/2008/layout/LinedList"/>
    <dgm:cxn modelId="{471F5B16-E93A-4B47-8069-54340093A1E7}" type="presParOf" srcId="{FA457F62-BF09-4E89-B9DE-5E1B375F3436}" destId="{94C96CA8-27F2-465A-9DEC-354D73913A8B}" srcOrd="2" destOrd="0" presId="urn:microsoft.com/office/officeart/2008/layout/LinedList"/>
    <dgm:cxn modelId="{A7A42CFF-B7A9-4407-B444-9A18BE00E9A0}" type="presParOf" srcId="{FA457F62-BF09-4E89-B9DE-5E1B375F3436}" destId="{3BD45C00-6935-4089-B73F-493D459D35C3}" srcOrd="3" destOrd="0" presId="urn:microsoft.com/office/officeart/2008/layout/LinedList"/>
    <dgm:cxn modelId="{D95148E8-91F8-412A-AA65-20B1F601777E}" type="presParOf" srcId="{3BD45C00-6935-4089-B73F-493D459D35C3}" destId="{CC820322-FE45-4C8D-8B77-72B7E6B2ACCA}" srcOrd="0" destOrd="0" presId="urn:microsoft.com/office/officeart/2008/layout/LinedList"/>
    <dgm:cxn modelId="{12B0293F-6BDC-4FCC-9B41-E890D5ABC7B0}" type="presParOf" srcId="{3BD45C00-6935-4089-B73F-493D459D35C3}" destId="{43829917-32E6-4936-BE12-59AF41EA186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CE6F26-BDB2-4F1C-8D98-8E661F18622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B4B030D-8701-4A64-9BB7-42628C2386A8}">
      <dgm:prSet/>
      <dgm:spPr/>
      <dgm:t>
        <a:bodyPr/>
        <a:lstStyle/>
        <a:p>
          <a:r>
            <a:rPr lang="ru-RU" b="0" i="0" baseline="0"/>
            <a:t>Учёт посещаемости в вузах всё ещё ведётся вручную</a:t>
          </a:r>
          <a:endParaRPr lang="en-US"/>
        </a:p>
      </dgm:t>
    </dgm:pt>
    <dgm:pt modelId="{81BD85FA-0CFD-42F4-B81D-43B467CE25FF}" type="parTrans" cxnId="{2D449AF7-EF40-481B-84C7-CEF44C0F2315}">
      <dgm:prSet/>
      <dgm:spPr/>
      <dgm:t>
        <a:bodyPr/>
        <a:lstStyle/>
        <a:p>
          <a:endParaRPr lang="en-US"/>
        </a:p>
      </dgm:t>
    </dgm:pt>
    <dgm:pt modelId="{99F6D63C-980F-4C66-9F0D-EBB4A279F984}" type="sibTrans" cxnId="{2D449AF7-EF40-481B-84C7-CEF44C0F2315}">
      <dgm:prSet/>
      <dgm:spPr/>
      <dgm:t>
        <a:bodyPr/>
        <a:lstStyle/>
        <a:p>
          <a:endParaRPr lang="en-US"/>
        </a:p>
      </dgm:t>
    </dgm:pt>
    <dgm:pt modelId="{79E7F884-082B-40CD-ADF4-A9541D7CE9C0}">
      <dgm:prSet/>
      <dgm:spPr/>
      <dgm:t>
        <a:bodyPr/>
        <a:lstStyle/>
        <a:p>
          <a:r>
            <a:rPr lang="ru-RU" b="0" i="0" baseline="0"/>
            <a:t>Большие затраты времени преподавателей</a:t>
          </a:r>
          <a:endParaRPr lang="en-US"/>
        </a:p>
      </dgm:t>
    </dgm:pt>
    <dgm:pt modelId="{BF74ED17-3A72-48A3-83EC-7D25D3A2F12D}" type="parTrans" cxnId="{25EFFAFD-1ECA-4333-980B-CE97022718AE}">
      <dgm:prSet/>
      <dgm:spPr/>
      <dgm:t>
        <a:bodyPr/>
        <a:lstStyle/>
        <a:p>
          <a:endParaRPr lang="en-US"/>
        </a:p>
      </dgm:t>
    </dgm:pt>
    <dgm:pt modelId="{0D0DD0FE-30E7-4094-8AB0-807BF31D964C}" type="sibTrans" cxnId="{25EFFAFD-1ECA-4333-980B-CE97022718AE}">
      <dgm:prSet/>
      <dgm:spPr/>
      <dgm:t>
        <a:bodyPr/>
        <a:lstStyle/>
        <a:p>
          <a:endParaRPr lang="en-US"/>
        </a:p>
      </dgm:t>
    </dgm:pt>
    <dgm:pt modelId="{03590F9D-153B-42AF-89B4-B80FEDE4C974}">
      <dgm:prSet/>
      <dgm:spPr/>
      <dgm:t>
        <a:bodyPr/>
        <a:lstStyle/>
        <a:p>
          <a:r>
            <a:rPr lang="ru-RU" b="0" i="0" baseline="0"/>
            <a:t>Ошибки при переносе данных</a:t>
          </a:r>
          <a:endParaRPr lang="en-US"/>
        </a:p>
      </dgm:t>
    </dgm:pt>
    <dgm:pt modelId="{BA1C8C09-0D3F-4B96-8F41-F6A8EDC4C42E}" type="parTrans" cxnId="{F9E8BEBD-5FE1-44A7-956B-06E5F0D0F933}">
      <dgm:prSet/>
      <dgm:spPr/>
      <dgm:t>
        <a:bodyPr/>
        <a:lstStyle/>
        <a:p>
          <a:endParaRPr lang="en-US"/>
        </a:p>
      </dgm:t>
    </dgm:pt>
    <dgm:pt modelId="{74EF3A89-A067-4D26-A1FF-469AD9221A4D}" type="sibTrans" cxnId="{F9E8BEBD-5FE1-44A7-956B-06E5F0D0F933}">
      <dgm:prSet/>
      <dgm:spPr/>
      <dgm:t>
        <a:bodyPr/>
        <a:lstStyle/>
        <a:p>
          <a:endParaRPr lang="en-US"/>
        </a:p>
      </dgm:t>
    </dgm:pt>
    <dgm:pt modelId="{620BC954-C6E1-41F0-9C87-DCCEA9D7D414}">
      <dgm:prSet/>
      <dgm:spPr/>
      <dgm:t>
        <a:bodyPr/>
        <a:lstStyle/>
        <a:p>
          <a:r>
            <a:rPr lang="ru-RU" b="0" i="0" baseline="0"/>
            <a:t>Нет оперативной статистики посещаемости</a:t>
          </a:r>
          <a:endParaRPr lang="en-US"/>
        </a:p>
      </dgm:t>
    </dgm:pt>
    <dgm:pt modelId="{F8EED275-E4EB-411B-9461-8DFF3BFAE511}" type="parTrans" cxnId="{CCE128D8-7951-4A18-88E2-DDB262097EDF}">
      <dgm:prSet/>
      <dgm:spPr/>
      <dgm:t>
        <a:bodyPr/>
        <a:lstStyle/>
        <a:p>
          <a:endParaRPr lang="en-US"/>
        </a:p>
      </dgm:t>
    </dgm:pt>
    <dgm:pt modelId="{576A923F-1E60-4EA5-9A84-60ED062179D1}" type="sibTrans" cxnId="{CCE128D8-7951-4A18-88E2-DDB262097EDF}">
      <dgm:prSet/>
      <dgm:spPr/>
      <dgm:t>
        <a:bodyPr/>
        <a:lstStyle/>
        <a:p>
          <a:endParaRPr lang="en-US"/>
        </a:p>
      </dgm:t>
    </dgm:pt>
    <dgm:pt modelId="{1BF879EB-A75E-46C1-BDDD-D63B2C751B19}">
      <dgm:prSet/>
      <dgm:spPr/>
      <dgm:t>
        <a:bodyPr/>
        <a:lstStyle/>
        <a:p>
          <a:r>
            <a:rPr lang="ru-RU" b="0" i="0" baseline="0"/>
            <a:t>Нет удобного инструмента для старост и кураторов</a:t>
          </a:r>
          <a:endParaRPr lang="en-US"/>
        </a:p>
      </dgm:t>
    </dgm:pt>
    <dgm:pt modelId="{AEDF7153-5CC3-4F5A-B3A6-A6CF825F28AF}" type="parTrans" cxnId="{B425BF4A-FFB2-43A4-8B46-558B27CFCA7C}">
      <dgm:prSet/>
      <dgm:spPr/>
      <dgm:t>
        <a:bodyPr/>
        <a:lstStyle/>
        <a:p>
          <a:endParaRPr lang="en-US"/>
        </a:p>
      </dgm:t>
    </dgm:pt>
    <dgm:pt modelId="{6BC7620C-B035-4A76-8D9A-591E5D92F837}" type="sibTrans" cxnId="{B425BF4A-FFB2-43A4-8B46-558B27CFCA7C}">
      <dgm:prSet/>
      <dgm:spPr/>
      <dgm:t>
        <a:bodyPr/>
        <a:lstStyle/>
        <a:p>
          <a:endParaRPr lang="en-US"/>
        </a:p>
      </dgm:t>
    </dgm:pt>
    <dgm:pt modelId="{2BDD9025-B6BB-4660-B363-E5A679B5FBA0}" type="pres">
      <dgm:prSet presAssocID="{12CE6F26-BDB2-4F1C-8D98-8E661F18622B}" presName="linear" presStyleCnt="0">
        <dgm:presLayoutVars>
          <dgm:animLvl val="lvl"/>
          <dgm:resizeHandles val="exact"/>
        </dgm:presLayoutVars>
      </dgm:prSet>
      <dgm:spPr/>
    </dgm:pt>
    <dgm:pt modelId="{E62A0FDA-1F03-4726-ADA3-1F2F99A2CEE4}" type="pres">
      <dgm:prSet presAssocID="{CB4B030D-8701-4A64-9BB7-42628C2386A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16854C0-7AE9-452A-8FE1-D0FF1F07C776}" type="pres">
      <dgm:prSet presAssocID="{99F6D63C-980F-4C66-9F0D-EBB4A279F984}" presName="spacer" presStyleCnt="0"/>
      <dgm:spPr/>
    </dgm:pt>
    <dgm:pt modelId="{1221FB10-9D1D-4BAF-8FA0-82911F9C269F}" type="pres">
      <dgm:prSet presAssocID="{79E7F884-082B-40CD-ADF4-A9541D7CE9C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B22A2C8-A66A-49E8-8096-089E5009EC14}" type="pres">
      <dgm:prSet presAssocID="{0D0DD0FE-30E7-4094-8AB0-807BF31D964C}" presName="spacer" presStyleCnt="0"/>
      <dgm:spPr/>
    </dgm:pt>
    <dgm:pt modelId="{30EE356F-3550-49CA-A6B5-2951EC7A6DDD}" type="pres">
      <dgm:prSet presAssocID="{03590F9D-153B-42AF-89B4-B80FEDE4C97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2973664-2178-478E-84A8-6357A04876FC}" type="pres">
      <dgm:prSet presAssocID="{74EF3A89-A067-4D26-A1FF-469AD9221A4D}" presName="spacer" presStyleCnt="0"/>
      <dgm:spPr/>
    </dgm:pt>
    <dgm:pt modelId="{787BE7F1-1254-45AF-85CA-E068A33FA84A}" type="pres">
      <dgm:prSet presAssocID="{620BC954-C6E1-41F0-9C87-DCCEA9D7D41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AEC84B3-990D-4CF5-AC8F-0AD9E5BF76B0}" type="pres">
      <dgm:prSet presAssocID="{576A923F-1E60-4EA5-9A84-60ED062179D1}" presName="spacer" presStyleCnt="0"/>
      <dgm:spPr/>
    </dgm:pt>
    <dgm:pt modelId="{98A4FD70-94B5-4F5B-9EC8-5F5FEBED905E}" type="pres">
      <dgm:prSet presAssocID="{1BF879EB-A75E-46C1-BDDD-D63B2C751B1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839971B-4C57-44AB-A90E-6C107DC37C1A}" type="presOf" srcId="{12CE6F26-BDB2-4F1C-8D98-8E661F18622B}" destId="{2BDD9025-B6BB-4660-B363-E5A679B5FBA0}" srcOrd="0" destOrd="0" presId="urn:microsoft.com/office/officeart/2005/8/layout/vList2"/>
    <dgm:cxn modelId="{426D0341-0D4E-478A-89E2-468DCFA362DF}" type="presOf" srcId="{79E7F884-082B-40CD-ADF4-A9541D7CE9C0}" destId="{1221FB10-9D1D-4BAF-8FA0-82911F9C269F}" srcOrd="0" destOrd="0" presId="urn:microsoft.com/office/officeart/2005/8/layout/vList2"/>
    <dgm:cxn modelId="{B425BF4A-FFB2-43A4-8B46-558B27CFCA7C}" srcId="{12CE6F26-BDB2-4F1C-8D98-8E661F18622B}" destId="{1BF879EB-A75E-46C1-BDDD-D63B2C751B19}" srcOrd="4" destOrd="0" parTransId="{AEDF7153-5CC3-4F5A-B3A6-A6CF825F28AF}" sibTransId="{6BC7620C-B035-4A76-8D9A-591E5D92F837}"/>
    <dgm:cxn modelId="{81309C75-D85E-4D4A-998E-747409DEDE1E}" type="presOf" srcId="{1BF879EB-A75E-46C1-BDDD-D63B2C751B19}" destId="{98A4FD70-94B5-4F5B-9EC8-5F5FEBED905E}" srcOrd="0" destOrd="0" presId="urn:microsoft.com/office/officeart/2005/8/layout/vList2"/>
    <dgm:cxn modelId="{21770499-7DB6-4327-889B-A0EBC6D98F24}" type="presOf" srcId="{620BC954-C6E1-41F0-9C87-DCCEA9D7D414}" destId="{787BE7F1-1254-45AF-85CA-E068A33FA84A}" srcOrd="0" destOrd="0" presId="urn:microsoft.com/office/officeart/2005/8/layout/vList2"/>
    <dgm:cxn modelId="{3F7EAFA1-6201-4948-91CA-2E5D3748837F}" type="presOf" srcId="{03590F9D-153B-42AF-89B4-B80FEDE4C974}" destId="{30EE356F-3550-49CA-A6B5-2951EC7A6DDD}" srcOrd="0" destOrd="0" presId="urn:microsoft.com/office/officeart/2005/8/layout/vList2"/>
    <dgm:cxn modelId="{F9E8BEBD-5FE1-44A7-956B-06E5F0D0F933}" srcId="{12CE6F26-BDB2-4F1C-8D98-8E661F18622B}" destId="{03590F9D-153B-42AF-89B4-B80FEDE4C974}" srcOrd="2" destOrd="0" parTransId="{BA1C8C09-0D3F-4B96-8F41-F6A8EDC4C42E}" sibTransId="{74EF3A89-A067-4D26-A1FF-469AD9221A4D}"/>
    <dgm:cxn modelId="{18739AD5-5B65-4F80-A37B-B8BF1621720A}" type="presOf" srcId="{CB4B030D-8701-4A64-9BB7-42628C2386A8}" destId="{E62A0FDA-1F03-4726-ADA3-1F2F99A2CEE4}" srcOrd="0" destOrd="0" presId="urn:microsoft.com/office/officeart/2005/8/layout/vList2"/>
    <dgm:cxn modelId="{CCE128D8-7951-4A18-88E2-DDB262097EDF}" srcId="{12CE6F26-BDB2-4F1C-8D98-8E661F18622B}" destId="{620BC954-C6E1-41F0-9C87-DCCEA9D7D414}" srcOrd="3" destOrd="0" parTransId="{F8EED275-E4EB-411B-9461-8DFF3BFAE511}" sibTransId="{576A923F-1E60-4EA5-9A84-60ED062179D1}"/>
    <dgm:cxn modelId="{2D449AF7-EF40-481B-84C7-CEF44C0F2315}" srcId="{12CE6F26-BDB2-4F1C-8D98-8E661F18622B}" destId="{CB4B030D-8701-4A64-9BB7-42628C2386A8}" srcOrd="0" destOrd="0" parTransId="{81BD85FA-0CFD-42F4-B81D-43B467CE25FF}" sibTransId="{99F6D63C-980F-4C66-9F0D-EBB4A279F984}"/>
    <dgm:cxn modelId="{25EFFAFD-1ECA-4333-980B-CE97022718AE}" srcId="{12CE6F26-BDB2-4F1C-8D98-8E661F18622B}" destId="{79E7F884-082B-40CD-ADF4-A9541D7CE9C0}" srcOrd="1" destOrd="0" parTransId="{BF74ED17-3A72-48A3-83EC-7D25D3A2F12D}" sibTransId="{0D0DD0FE-30E7-4094-8AB0-807BF31D964C}"/>
    <dgm:cxn modelId="{74CB0A86-77A7-4D77-8C32-930B68827727}" type="presParOf" srcId="{2BDD9025-B6BB-4660-B363-E5A679B5FBA0}" destId="{E62A0FDA-1F03-4726-ADA3-1F2F99A2CEE4}" srcOrd="0" destOrd="0" presId="urn:microsoft.com/office/officeart/2005/8/layout/vList2"/>
    <dgm:cxn modelId="{5052B2C4-F12D-485B-B466-A9D00E2D9357}" type="presParOf" srcId="{2BDD9025-B6BB-4660-B363-E5A679B5FBA0}" destId="{F16854C0-7AE9-452A-8FE1-D0FF1F07C776}" srcOrd="1" destOrd="0" presId="urn:microsoft.com/office/officeart/2005/8/layout/vList2"/>
    <dgm:cxn modelId="{5E7C58FA-C1E7-4C95-BBA9-FC5ED47F3AB4}" type="presParOf" srcId="{2BDD9025-B6BB-4660-B363-E5A679B5FBA0}" destId="{1221FB10-9D1D-4BAF-8FA0-82911F9C269F}" srcOrd="2" destOrd="0" presId="urn:microsoft.com/office/officeart/2005/8/layout/vList2"/>
    <dgm:cxn modelId="{A0F2790B-F21D-439F-8E0A-775485CF8FBC}" type="presParOf" srcId="{2BDD9025-B6BB-4660-B363-E5A679B5FBA0}" destId="{6B22A2C8-A66A-49E8-8096-089E5009EC14}" srcOrd="3" destOrd="0" presId="urn:microsoft.com/office/officeart/2005/8/layout/vList2"/>
    <dgm:cxn modelId="{5D8D169B-B6CD-4B8D-8D40-B928E1364F46}" type="presParOf" srcId="{2BDD9025-B6BB-4660-B363-E5A679B5FBA0}" destId="{30EE356F-3550-49CA-A6B5-2951EC7A6DDD}" srcOrd="4" destOrd="0" presId="urn:microsoft.com/office/officeart/2005/8/layout/vList2"/>
    <dgm:cxn modelId="{9A994780-790A-422A-B359-8908B9C50E4D}" type="presParOf" srcId="{2BDD9025-B6BB-4660-B363-E5A679B5FBA0}" destId="{12973664-2178-478E-84A8-6357A04876FC}" srcOrd="5" destOrd="0" presId="urn:microsoft.com/office/officeart/2005/8/layout/vList2"/>
    <dgm:cxn modelId="{4751A7F0-DBC8-4853-83A8-1E70850B42B9}" type="presParOf" srcId="{2BDD9025-B6BB-4660-B363-E5A679B5FBA0}" destId="{787BE7F1-1254-45AF-85CA-E068A33FA84A}" srcOrd="6" destOrd="0" presId="urn:microsoft.com/office/officeart/2005/8/layout/vList2"/>
    <dgm:cxn modelId="{D289A297-F129-459E-8EBE-65E14A535E1E}" type="presParOf" srcId="{2BDD9025-B6BB-4660-B363-E5A679B5FBA0}" destId="{BAEC84B3-990D-4CF5-AC8F-0AD9E5BF76B0}" srcOrd="7" destOrd="0" presId="urn:microsoft.com/office/officeart/2005/8/layout/vList2"/>
    <dgm:cxn modelId="{48ABAFE9-7BA7-4C92-8A16-8E4EF6C28BE0}" type="presParOf" srcId="{2BDD9025-B6BB-4660-B363-E5A679B5FBA0}" destId="{98A4FD70-94B5-4F5B-9EC8-5F5FEBED905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1F45B9-D471-47C1-B7A4-BE36A7681A4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FC57008-2440-4A1C-9127-42F4B427CDEF}">
      <dgm:prSet/>
      <dgm:spPr/>
      <dgm:t>
        <a:bodyPr/>
        <a:lstStyle/>
        <a:p>
          <a:r>
            <a:rPr lang="ru-RU" b="1"/>
            <a:t>1. Умная таблица посещаемости</a:t>
          </a:r>
          <a:endParaRPr lang="en-US"/>
        </a:p>
      </dgm:t>
    </dgm:pt>
    <dgm:pt modelId="{F38ACDD3-CB0B-4ED0-94A6-17023F3E8D6C}" type="parTrans" cxnId="{4914AB43-BEF8-4E32-A898-EA8E966DD4F3}">
      <dgm:prSet/>
      <dgm:spPr/>
      <dgm:t>
        <a:bodyPr/>
        <a:lstStyle/>
        <a:p>
          <a:endParaRPr lang="en-US"/>
        </a:p>
      </dgm:t>
    </dgm:pt>
    <dgm:pt modelId="{651A3093-7FEA-489B-90B8-08ADB3282375}" type="sibTrans" cxnId="{4914AB43-BEF8-4E32-A898-EA8E966DD4F3}">
      <dgm:prSet/>
      <dgm:spPr/>
      <dgm:t>
        <a:bodyPr/>
        <a:lstStyle/>
        <a:p>
          <a:endParaRPr lang="en-US"/>
        </a:p>
      </dgm:t>
    </dgm:pt>
    <dgm:pt modelId="{2E48F7F0-CEC2-41BA-9F55-945C4008A783}">
      <dgm:prSet/>
      <dgm:spPr/>
      <dgm:t>
        <a:bodyPr/>
        <a:lstStyle/>
        <a:p>
          <a:r>
            <a:rPr lang="ru-RU"/>
            <a:t>Данные автоматически подгружаются из JSON</a:t>
          </a:r>
          <a:endParaRPr lang="en-US"/>
        </a:p>
      </dgm:t>
    </dgm:pt>
    <dgm:pt modelId="{91EC415B-973F-49A2-A799-826B08B8B40C}" type="parTrans" cxnId="{8DB9130B-0C4C-42A4-8C32-58680D0FEEDB}">
      <dgm:prSet/>
      <dgm:spPr/>
      <dgm:t>
        <a:bodyPr/>
        <a:lstStyle/>
        <a:p>
          <a:endParaRPr lang="en-US"/>
        </a:p>
      </dgm:t>
    </dgm:pt>
    <dgm:pt modelId="{1C698949-8D0F-4D8E-942D-96E86985842D}" type="sibTrans" cxnId="{8DB9130B-0C4C-42A4-8C32-58680D0FEEDB}">
      <dgm:prSet/>
      <dgm:spPr/>
      <dgm:t>
        <a:bodyPr/>
        <a:lstStyle/>
        <a:p>
          <a:endParaRPr lang="en-US"/>
        </a:p>
      </dgm:t>
    </dgm:pt>
    <dgm:pt modelId="{51FB1BFD-997D-4418-A784-1DDF790918E8}">
      <dgm:prSet/>
      <dgm:spPr/>
      <dgm:t>
        <a:bodyPr/>
        <a:lstStyle/>
        <a:p>
          <a:r>
            <a:rPr lang="ru-RU" dirty="0"/>
            <a:t>Удобный интерфейс с сортировкой</a:t>
          </a:r>
          <a:endParaRPr lang="en-US" dirty="0"/>
        </a:p>
      </dgm:t>
    </dgm:pt>
    <dgm:pt modelId="{7D7298BE-268C-4774-98A5-797F9DD2CDFB}" type="parTrans" cxnId="{DF42B1C8-8907-4154-8F3C-209169965762}">
      <dgm:prSet/>
      <dgm:spPr/>
      <dgm:t>
        <a:bodyPr/>
        <a:lstStyle/>
        <a:p>
          <a:endParaRPr lang="en-US"/>
        </a:p>
      </dgm:t>
    </dgm:pt>
    <dgm:pt modelId="{EF0FF97B-1B63-4300-87A5-1887D6CA846F}" type="sibTrans" cxnId="{DF42B1C8-8907-4154-8F3C-209169965762}">
      <dgm:prSet/>
      <dgm:spPr/>
      <dgm:t>
        <a:bodyPr/>
        <a:lstStyle/>
        <a:p>
          <a:endParaRPr lang="en-US"/>
        </a:p>
      </dgm:t>
    </dgm:pt>
    <dgm:pt modelId="{65EACE9A-B255-48A4-A88A-1BB147297400}">
      <dgm:prSet/>
      <dgm:spPr/>
      <dgm:t>
        <a:bodyPr/>
        <a:lstStyle/>
        <a:p>
          <a:r>
            <a:rPr lang="ru-RU"/>
            <a:t>Полная вкладка расписания</a:t>
          </a:r>
          <a:endParaRPr lang="en-US"/>
        </a:p>
      </dgm:t>
    </dgm:pt>
    <dgm:pt modelId="{7FE15FA2-20DE-4AEE-A7B6-FB3277212C0A}" type="parTrans" cxnId="{10344ED9-3990-4E16-9D91-E13AB0F21C33}">
      <dgm:prSet/>
      <dgm:spPr/>
      <dgm:t>
        <a:bodyPr/>
        <a:lstStyle/>
        <a:p>
          <a:endParaRPr lang="en-US"/>
        </a:p>
      </dgm:t>
    </dgm:pt>
    <dgm:pt modelId="{1932818E-412A-4265-9379-80E44607E522}" type="sibTrans" cxnId="{10344ED9-3990-4E16-9D91-E13AB0F21C33}">
      <dgm:prSet/>
      <dgm:spPr/>
      <dgm:t>
        <a:bodyPr/>
        <a:lstStyle/>
        <a:p>
          <a:endParaRPr lang="en-US"/>
        </a:p>
      </dgm:t>
    </dgm:pt>
    <dgm:pt modelId="{CC7044DC-CD5A-4268-BFAD-77C67B7B4FBF}">
      <dgm:prSet/>
      <dgm:spPr/>
      <dgm:t>
        <a:bodyPr/>
        <a:lstStyle/>
        <a:p>
          <a:r>
            <a:rPr lang="ru-RU"/>
            <a:t>Данные подгружаются из JSON</a:t>
          </a:r>
          <a:endParaRPr lang="en-US"/>
        </a:p>
      </dgm:t>
    </dgm:pt>
    <dgm:pt modelId="{0687BBE4-F53B-4096-8299-27C080F8E11D}" type="parTrans" cxnId="{030D87DA-29D7-404B-967C-338154F1C83E}">
      <dgm:prSet/>
      <dgm:spPr/>
      <dgm:t>
        <a:bodyPr/>
        <a:lstStyle/>
        <a:p>
          <a:endParaRPr lang="en-US"/>
        </a:p>
      </dgm:t>
    </dgm:pt>
    <dgm:pt modelId="{1E43D0DF-9E6C-43A4-8DCC-AE11FFC171DB}" type="sibTrans" cxnId="{030D87DA-29D7-404B-967C-338154F1C83E}">
      <dgm:prSet/>
      <dgm:spPr/>
      <dgm:t>
        <a:bodyPr/>
        <a:lstStyle/>
        <a:p>
          <a:endParaRPr lang="en-US"/>
        </a:p>
      </dgm:t>
    </dgm:pt>
    <dgm:pt modelId="{FCF468E1-1C78-40B4-8195-6E8ED18FB2DC}">
      <dgm:prSet/>
      <dgm:spPr/>
      <dgm:t>
        <a:bodyPr/>
        <a:lstStyle/>
        <a:p>
          <a:r>
            <a:rPr lang="ru-RU"/>
            <a:t>Автоматическая привязка предметов, аудиторий и времени</a:t>
          </a:r>
          <a:endParaRPr lang="en-US"/>
        </a:p>
      </dgm:t>
    </dgm:pt>
    <dgm:pt modelId="{9ABC8E34-1B04-4FF1-B240-7B685158E3A6}" type="parTrans" cxnId="{903EB534-B74F-4E7B-81E7-3A313E830320}">
      <dgm:prSet/>
      <dgm:spPr/>
      <dgm:t>
        <a:bodyPr/>
        <a:lstStyle/>
        <a:p>
          <a:endParaRPr lang="en-US"/>
        </a:p>
      </dgm:t>
    </dgm:pt>
    <dgm:pt modelId="{E6048B9B-0830-440C-B6E1-B7A6CDCE3354}" type="sibTrans" cxnId="{903EB534-B74F-4E7B-81E7-3A313E830320}">
      <dgm:prSet/>
      <dgm:spPr/>
      <dgm:t>
        <a:bodyPr/>
        <a:lstStyle/>
        <a:p>
          <a:endParaRPr lang="en-US"/>
        </a:p>
      </dgm:t>
    </dgm:pt>
    <dgm:pt modelId="{732BF927-3C33-4A65-8255-AFAC18A1D258}">
      <dgm:prSet/>
      <dgm:spPr/>
      <dgm:t>
        <a:bodyPr/>
        <a:lstStyle/>
        <a:p>
          <a:r>
            <a:rPr lang="en-US" b="1" dirty="0"/>
            <a:t>3</a:t>
          </a:r>
          <a:r>
            <a:rPr lang="ru-RU" b="1" dirty="0"/>
            <a:t>. Роли пользователей</a:t>
          </a:r>
          <a:endParaRPr lang="en-US" dirty="0"/>
        </a:p>
      </dgm:t>
    </dgm:pt>
    <dgm:pt modelId="{EFEC90A2-BD5F-49FD-AF26-606984537583}" type="parTrans" cxnId="{6A94C4B6-C417-4E07-8C3F-09C310E5D337}">
      <dgm:prSet/>
      <dgm:spPr/>
      <dgm:t>
        <a:bodyPr/>
        <a:lstStyle/>
        <a:p>
          <a:endParaRPr lang="en-US"/>
        </a:p>
      </dgm:t>
    </dgm:pt>
    <dgm:pt modelId="{86C48E6B-63AD-41B1-BC77-8E9127D88CB5}" type="sibTrans" cxnId="{6A94C4B6-C417-4E07-8C3F-09C310E5D337}">
      <dgm:prSet/>
      <dgm:spPr/>
      <dgm:t>
        <a:bodyPr/>
        <a:lstStyle/>
        <a:p>
          <a:endParaRPr lang="en-US"/>
        </a:p>
      </dgm:t>
    </dgm:pt>
    <dgm:pt modelId="{F0B06739-1B17-46A8-AF38-F55EC2E63609}">
      <dgm:prSet/>
      <dgm:spPr/>
      <dgm:t>
        <a:bodyPr/>
        <a:lstStyle/>
        <a:p>
          <a:r>
            <a:rPr lang="ru-RU"/>
            <a:t>Студент</a:t>
          </a:r>
          <a:endParaRPr lang="en-US"/>
        </a:p>
      </dgm:t>
    </dgm:pt>
    <dgm:pt modelId="{DC97525F-4D2B-4746-8361-FD9008D4199D}" type="parTrans" cxnId="{3BE2AB0E-D0DC-4779-A474-5C97E11BE33D}">
      <dgm:prSet/>
      <dgm:spPr/>
      <dgm:t>
        <a:bodyPr/>
        <a:lstStyle/>
        <a:p>
          <a:endParaRPr lang="en-US"/>
        </a:p>
      </dgm:t>
    </dgm:pt>
    <dgm:pt modelId="{A112F013-A04E-4793-BEBF-4E604F7A2094}" type="sibTrans" cxnId="{3BE2AB0E-D0DC-4779-A474-5C97E11BE33D}">
      <dgm:prSet/>
      <dgm:spPr/>
      <dgm:t>
        <a:bodyPr/>
        <a:lstStyle/>
        <a:p>
          <a:endParaRPr lang="en-US"/>
        </a:p>
      </dgm:t>
    </dgm:pt>
    <dgm:pt modelId="{F976D627-2C03-4BD5-8F08-0E676C8D2E6D}">
      <dgm:prSet/>
      <dgm:spPr/>
      <dgm:t>
        <a:bodyPr/>
        <a:lstStyle/>
        <a:p>
          <a:r>
            <a:rPr lang="ru-RU"/>
            <a:t>Староста с расширенными правами:</a:t>
          </a:r>
          <a:endParaRPr lang="en-US"/>
        </a:p>
      </dgm:t>
    </dgm:pt>
    <dgm:pt modelId="{85D972D1-B90D-4A2D-B5C8-E5A160277DE1}" type="parTrans" cxnId="{D0F01598-BA6B-41CB-BAE1-EBB68831AB3A}">
      <dgm:prSet/>
      <dgm:spPr/>
      <dgm:t>
        <a:bodyPr/>
        <a:lstStyle/>
        <a:p>
          <a:endParaRPr lang="en-US"/>
        </a:p>
      </dgm:t>
    </dgm:pt>
    <dgm:pt modelId="{6C24B767-1E21-4DEC-ACEC-AD9BBD3084B4}" type="sibTrans" cxnId="{D0F01598-BA6B-41CB-BAE1-EBB68831AB3A}">
      <dgm:prSet/>
      <dgm:spPr/>
      <dgm:t>
        <a:bodyPr/>
        <a:lstStyle/>
        <a:p>
          <a:endParaRPr lang="en-US"/>
        </a:p>
      </dgm:t>
    </dgm:pt>
    <dgm:pt modelId="{A71C496A-6AE7-4FB9-8B13-28C952CB6E94}">
      <dgm:prSet/>
      <dgm:spPr/>
      <dgm:t>
        <a:bodyPr/>
        <a:lstStyle/>
        <a:p>
          <a:r>
            <a:rPr lang="ru-RU"/>
            <a:t>отметка посещаемости за группу</a:t>
          </a:r>
          <a:endParaRPr lang="en-US"/>
        </a:p>
      </dgm:t>
    </dgm:pt>
    <dgm:pt modelId="{E067F104-2442-4685-ACB0-1DD6F85BAC17}" type="parTrans" cxnId="{83A67F7D-C37E-4E88-82B3-F86401D0F733}">
      <dgm:prSet/>
      <dgm:spPr/>
      <dgm:t>
        <a:bodyPr/>
        <a:lstStyle/>
        <a:p>
          <a:endParaRPr lang="en-US"/>
        </a:p>
      </dgm:t>
    </dgm:pt>
    <dgm:pt modelId="{59A34F95-E812-4DFA-86F2-1E4BD687C71F}" type="sibTrans" cxnId="{83A67F7D-C37E-4E88-82B3-F86401D0F733}">
      <dgm:prSet/>
      <dgm:spPr/>
      <dgm:t>
        <a:bodyPr/>
        <a:lstStyle/>
        <a:p>
          <a:endParaRPr lang="en-US"/>
        </a:p>
      </dgm:t>
    </dgm:pt>
    <dgm:pt modelId="{8A5A746B-5BF1-43BA-B100-7E05EF17F54E}">
      <dgm:prSet/>
      <dgm:spPr/>
      <dgm:t>
        <a:bodyPr/>
        <a:lstStyle/>
        <a:p>
          <a:r>
            <a:rPr lang="ru-RU"/>
            <a:t>доступ к расширенной аналитике</a:t>
          </a:r>
          <a:endParaRPr lang="en-US"/>
        </a:p>
      </dgm:t>
    </dgm:pt>
    <dgm:pt modelId="{E60C0DD9-421A-4164-868B-1C5461F87BDF}" type="parTrans" cxnId="{3421F7B3-4256-411E-9649-C287A70D729B}">
      <dgm:prSet/>
      <dgm:spPr/>
      <dgm:t>
        <a:bodyPr/>
        <a:lstStyle/>
        <a:p>
          <a:endParaRPr lang="en-US"/>
        </a:p>
      </dgm:t>
    </dgm:pt>
    <dgm:pt modelId="{82E0FD4C-5085-4740-8ACF-82884A6F7E01}" type="sibTrans" cxnId="{3421F7B3-4256-411E-9649-C287A70D729B}">
      <dgm:prSet/>
      <dgm:spPr/>
      <dgm:t>
        <a:bodyPr/>
        <a:lstStyle/>
        <a:p>
          <a:endParaRPr lang="en-US"/>
        </a:p>
      </dgm:t>
    </dgm:pt>
    <dgm:pt modelId="{464E5AC6-3147-4809-A587-1AC9058F1279}">
      <dgm:prSet/>
      <dgm:spPr/>
      <dgm:t>
        <a:bodyPr/>
        <a:lstStyle/>
        <a:p>
          <a:r>
            <a:rPr lang="en-US" b="1" dirty="0"/>
            <a:t>4</a:t>
          </a:r>
          <a:r>
            <a:rPr lang="ru-RU" b="1" dirty="0"/>
            <a:t>. Аналитика посещаемости</a:t>
          </a:r>
          <a:endParaRPr lang="en-US" dirty="0"/>
        </a:p>
      </dgm:t>
    </dgm:pt>
    <dgm:pt modelId="{7A2647D5-5C7D-43D5-834D-D28B854D2BD3}" type="parTrans" cxnId="{BF5B5118-A7DF-4B42-AA3C-B106D3B18BD2}">
      <dgm:prSet/>
      <dgm:spPr/>
      <dgm:t>
        <a:bodyPr/>
        <a:lstStyle/>
        <a:p>
          <a:endParaRPr lang="en-US"/>
        </a:p>
      </dgm:t>
    </dgm:pt>
    <dgm:pt modelId="{E66F79C5-C590-41FD-9969-8A348B785546}" type="sibTrans" cxnId="{BF5B5118-A7DF-4B42-AA3C-B106D3B18BD2}">
      <dgm:prSet/>
      <dgm:spPr/>
      <dgm:t>
        <a:bodyPr/>
        <a:lstStyle/>
        <a:p>
          <a:endParaRPr lang="en-US"/>
        </a:p>
      </dgm:t>
    </dgm:pt>
    <dgm:pt modelId="{3E856159-6E1D-4053-94CA-062A715B3C3F}">
      <dgm:prSet/>
      <dgm:spPr/>
      <dgm:t>
        <a:bodyPr/>
        <a:lstStyle/>
        <a:p>
          <a:r>
            <a:rPr lang="ru-RU"/>
            <a:t>Статистика по группам, занятиям и студентам</a:t>
          </a:r>
          <a:endParaRPr lang="en-US"/>
        </a:p>
      </dgm:t>
    </dgm:pt>
    <dgm:pt modelId="{0E8593E3-09CC-4A11-8682-45E29C92FD12}" type="parTrans" cxnId="{08CA7549-126D-4CCA-8218-B0D7DA3DB6B5}">
      <dgm:prSet/>
      <dgm:spPr/>
      <dgm:t>
        <a:bodyPr/>
        <a:lstStyle/>
        <a:p>
          <a:endParaRPr lang="en-US"/>
        </a:p>
      </dgm:t>
    </dgm:pt>
    <dgm:pt modelId="{D61482AF-5D14-4362-9EBE-C3D8FE43FF7A}" type="sibTrans" cxnId="{08CA7549-126D-4CCA-8218-B0D7DA3DB6B5}">
      <dgm:prSet/>
      <dgm:spPr/>
      <dgm:t>
        <a:bodyPr/>
        <a:lstStyle/>
        <a:p>
          <a:endParaRPr lang="en-US"/>
        </a:p>
      </dgm:t>
    </dgm:pt>
    <dgm:pt modelId="{96DD17F8-58A3-4EAF-9591-79CF7215F767}">
      <dgm:prSet/>
      <dgm:spPr/>
      <dgm:t>
        <a:bodyPr/>
        <a:lstStyle/>
        <a:p>
          <a:r>
            <a:rPr lang="ru-RU"/>
            <a:t>Анализ динамики посещаемости</a:t>
          </a:r>
          <a:endParaRPr lang="en-US"/>
        </a:p>
      </dgm:t>
    </dgm:pt>
    <dgm:pt modelId="{6E616965-9A2D-4F92-989B-704A2FFFEFE7}" type="parTrans" cxnId="{DE70381F-FFB2-4331-95AF-536FE09A7CFD}">
      <dgm:prSet/>
      <dgm:spPr/>
      <dgm:t>
        <a:bodyPr/>
        <a:lstStyle/>
        <a:p>
          <a:endParaRPr lang="en-US"/>
        </a:p>
      </dgm:t>
    </dgm:pt>
    <dgm:pt modelId="{978F6D66-F701-41CF-BB17-DF629FF12469}" type="sibTrans" cxnId="{DE70381F-FFB2-4331-95AF-536FE09A7CFD}">
      <dgm:prSet/>
      <dgm:spPr/>
      <dgm:t>
        <a:bodyPr/>
        <a:lstStyle/>
        <a:p>
          <a:endParaRPr lang="en-US"/>
        </a:p>
      </dgm:t>
    </dgm:pt>
    <dgm:pt modelId="{B4E3A7AA-06A1-412B-AECF-4DC306A6FD4F}">
      <dgm:prSet/>
      <dgm:spPr/>
      <dgm:t>
        <a:bodyPr/>
        <a:lstStyle/>
        <a:p>
          <a:r>
            <a:rPr lang="ru-RU" dirty="0"/>
            <a:t>Формирование отчётов (будет расширено)</a:t>
          </a:r>
          <a:endParaRPr lang="en-US" dirty="0"/>
        </a:p>
      </dgm:t>
    </dgm:pt>
    <dgm:pt modelId="{C30D6470-6A5E-457E-8917-5D06D50378F8}" type="parTrans" cxnId="{4A054A89-8742-4602-A61F-CAF2A1A57DD0}">
      <dgm:prSet/>
      <dgm:spPr/>
      <dgm:t>
        <a:bodyPr/>
        <a:lstStyle/>
        <a:p>
          <a:endParaRPr lang="en-US"/>
        </a:p>
      </dgm:t>
    </dgm:pt>
    <dgm:pt modelId="{198211E6-17DC-4456-9C7E-E3E08E9FC838}" type="sibTrans" cxnId="{4A054A89-8742-4602-A61F-CAF2A1A57DD0}">
      <dgm:prSet/>
      <dgm:spPr/>
      <dgm:t>
        <a:bodyPr/>
        <a:lstStyle/>
        <a:p>
          <a:endParaRPr lang="en-US"/>
        </a:p>
      </dgm:t>
    </dgm:pt>
    <dgm:pt modelId="{2297D3F1-AAC8-44D6-BACF-D63C2C59C659}">
      <dgm:prSet/>
      <dgm:spPr/>
      <dgm:t>
        <a:bodyPr/>
        <a:lstStyle/>
        <a:p>
          <a:r>
            <a:rPr lang="en-US" b="1" dirty="0"/>
            <a:t>5</a:t>
          </a:r>
          <a:r>
            <a:rPr lang="ru-RU" b="1" dirty="0"/>
            <a:t>. Экспорт данных</a:t>
          </a:r>
          <a:endParaRPr lang="en-US" dirty="0"/>
        </a:p>
      </dgm:t>
    </dgm:pt>
    <dgm:pt modelId="{06ED4DF5-EC24-458C-8953-C404245FCC33}" type="parTrans" cxnId="{652F34A2-3B70-48E6-BC62-53128877CE34}">
      <dgm:prSet/>
      <dgm:spPr/>
      <dgm:t>
        <a:bodyPr/>
        <a:lstStyle/>
        <a:p>
          <a:endParaRPr lang="en-US"/>
        </a:p>
      </dgm:t>
    </dgm:pt>
    <dgm:pt modelId="{B6FC3AB2-EC93-491E-B4B0-0B752564B00D}" type="sibTrans" cxnId="{652F34A2-3B70-48E6-BC62-53128877CE34}">
      <dgm:prSet/>
      <dgm:spPr/>
      <dgm:t>
        <a:bodyPr/>
        <a:lstStyle/>
        <a:p>
          <a:endParaRPr lang="en-US"/>
        </a:p>
      </dgm:t>
    </dgm:pt>
    <dgm:pt modelId="{5CC2EED8-554C-4B47-A841-D672EBEC33EC}">
      <dgm:prSet/>
      <dgm:spPr/>
      <dgm:t>
        <a:bodyPr/>
        <a:lstStyle/>
        <a:p>
          <a:r>
            <a:rPr lang="ru-RU"/>
            <a:t>Выгрузка статистики в </a:t>
          </a:r>
          <a:r>
            <a:rPr lang="ru-RU" b="1"/>
            <a:t>Excel</a:t>
          </a:r>
          <a:endParaRPr lang="en-US"/>
        </a:p>
      </dgm:t>
    </dgm:pt>
    <dgm:pt modelId="{1472B832-FFDF-4191-92E5-E1927A1109F5}" type="parTrans" cxnId="{887B2FB3-2DB9-4101-A5FE-1A5155B024BF}">
      <dgm:prSet/>
      <dgm:spPr/>
      <dgm:t>
        <a:bodyPr/>
        <a:lstStyle/>
        <a:p>
          <a:endParaRPr lang="en-US"/>
        </a:p>
      </dgm:t>
    </dgm:pt>
    <dgm:pt modelId="{134FB7A3-C7EA-4372-A2DA-618006A655FE}" type="sibTrans" cxnId="{887B2FB3-2DB9-4101-A5FE-1A5155B024BF}">
      <dgm:prSet/>
      <dgm:spPr/>
      <dgm:t>
        <a:bodyPr/>
        <a:lstStyle/>
        <a:p>
          <a:endParaRPr lang="en-US"/>
        </a:p>
      </dgm:t>
    </dgm:pt>
    <dgm:pt modelId="{FDBD1986-7D4C-404A-B408-5081A732330E}">
      <dgm:prSet/>
      <dgm:spPr/>
      <dgm:t>
        <a:bodyPr/>
        <a:lstStyle/>
        <a:p>
          <a:r>
            <a:rPr lang="ru-RU"/>
            <a:t>Генерация отчётов в </a:t>
          </a:r>
          <a:r>
            <a:rPr lang="ru-RU" b="1"/>
            <a:t>PDF</a:t>
          </a:r>
          <a:endParaRPr lang="en-US"/>
        </a:p>
      </dgm:t>
    </dgm:pt>
    <dgm:pt modelId="{C302E00B-07F5-4BCB-B7AC-85305B190729}" type="parTrans" cxnId="{2C203292-9021-475F-BD89-66DCCCA5E696}">
      <dgm:prSet/>
      <dgm:spPr/>
      <dgm:t>
        <a:bodyPr/>
        <a:lstStyle/>
        <a:p>
          <a:endParaRPr lang="en-US"/>
        </a:p>
      </dgm:t>
    </dgm:pt>
    <dgm:pt modelId="{634D805C-E4BE-4F63-B9CD-210DEBF2A177}" type="sibTrans" cxnId="{2C203292-9021-475F-BD89-66DCCCA5E696}">
      <dgm:prSet/>
      <dgm:spPr/>
      <dgm:t>
        <a:bodyPr/>
        <a:lstStyle/>
        <a:p>
          <a:endParaRPr lang="en-US"/>
        </a:p>
      </dgm:t>
    </dgm:pt>
    <dgm:pt modelId="{DC4AE358-CEED-4CBF-A1D8-CB4BFFB156A0}">
      <dgm:prSet/>
      <dgm:spPr/>
      <dgm:t>
        <a:bodyPr/>
        <a:lstStyle/>
        <a:p>
          <a:r>
            <a:rPr lang="en-US" b="1" dirty="0"/>
            <a:t>6</a:t>
          </a:r>
          <a:r>
            <a:rPr lang="ru-RU" b="1" dirty="0"/>
            <a:t>. Интеграции</a:t>
          </a:r>
          <a:endParaRPr lang="en-US" dirty="0"/>
        </a:p>
      </dgm:t>
    </dgm:pt>
    <dgm:pt modelId="{7D243D9B-AA31-4DEC-AF4C-28B254B3DA24}" type="parTrans" cxnId="{0531AE59-E452-486B-84BD-AE2DF25BFF6E}">
      <dgm:prSet/>
      <dgm:spPr/>
      <dgm:t>
        <a:bodyPr/>
        <a:lstStyle/>
        <a:p>
          <a:endParaRPr lang="en-US"/>
        </a:p>
      </dgm:t>
    </dgm:pt>
    <dgm:pt modelId="{045FE03A-67E1-4DC0-A8CD-6DD4CFBD5626}" type="sibTrans" cxnId="{0531AE59-E452-486B-84BD-AE2DF25BFF6E}">
      <dgm:prSet/>
      <dgm:spPr/>
      <dgm:t>
        <a:bodyPr/>
        <a:lstStyle/>
        <a:p>
          <a:endParaRPr lang="en-US"/>
        </a:p>
      </dgm:t>
    </dgm:pt>
    <dgm:pt modelId="{8E778962-CC31-4804-BDDB-A2161F422C21}">
      <dgm:prSet/>
      <dgm:spPr/>
      <dgm:t>
        <a:bodyPr/>
        <a:lstStyle/>
        <a:p>
          <a:r>
            <a:rPr lang="ru-RU"/>
            <a:t>Импорт данных из университетских порталов</a:t>
          </a:r>
          <a:endParaRPr lang="en-US"/>
        </a:p>
      </dgm:t>
    </dgm:pt>
    <dgm:pt modelId="{D50CF398-FD8D-463D-B3BD-1C562BA6DFEE}" type="parTrans" cxnId="{01599AC4-4FD9-4F44-9811-2494D4166CD0}">
      <dgm:prSet/>
      <dgm:spPr/>
      <dgm:t>
        <a:bodyPr/>
        <a:lstStyle/>
        <a:p>
          <a:endParaRPr lang="en-US"/>
        </a:p>
      </dgm:t>
    </dgm:pt>
    <dgm:pt modelId="{7880E3DC-3267-41F6-A446-B205F70B847D}" type="sibTrans" cxnId="{01599AC4-4FD9-4F44-9811-2494D4166CD0}">
      <dgm:prSet/>
      <dgm:spPr/>
      <dgm:t>
        <a:bodyPr/>
        <a:lstStyle/>
        <a:p>
          <a:endParaRPr lang="en-US"/>
        </a:p>
      </dgm:t>
    </dgm:pt>
    <dgm:pt modelId="{3590BFBA-CC0B-4505-9BBA-AD80A035748E}">
      <dgm:prSet/>
      <dgm:spPr/>
      <dgm:t>
        <a:bodyPr/>
        <a:lstStyle/>
        <a:p>
          <a:r>
            <a:rPr lang="ru-RU"/>
            <a:t>Синхронизация расписания</a:t>
          </a:r>
          <a:endParaRPr lang="en-US"/>
        </a:p>
      </dgm:t>
    </dgm:pt>
    <dgm:pt modelId="{0BBB02AF-E7F8-4C0E-B5C9-005696F3292E}" type="parTrans" cxnId="{0342EF78-5433-4C22-81E1-EDC3F5D8A22B}">
      <dgm:prSet/>
      <dgm:spPr/>
      <dgm:t>
        <a:bodyPr/>
        <a:lstStyle/>
        <a:p>
          <a:endParaRPr lang="en-US"/>
        </a:p>
      </dgm:t>
    </dgm:pt>
    <dgm:pt modelId="{9A56D163-44E1-40F7-8697-B164F88352BB}" type="sibTrans" cxnId="{0342EF78-5433-4C22-81E1-EDC3F5D8A22B}">
      <dgm:prSet/>
      <dgm:spPr/>
      <dgm:t>
        <a:bodyPr/>
        <a:lstStyle/>
        <a:p>
          <a:endParaRPr lang="en-US"/>
        </a:p>
      </dgm:t>
    </dgm:pt>
    <dgm:pt modelId="{38E2A354-CB66-4A7C-9B70-699B7CD6CF2F}">
      <dgm:prSet/>
      <dgm:spPr/>
      <dgm:t>
        <a:bodyPr/>
        <a:lstStyle/>
        <a:p>
          <a:r>
            <a:rPr lang="en-US" b="1" dirty="0"/>
            <a:t>2</a:t>
          </a:r>
          <a:r>
            <a:rPr lang="ru-RU" b="1" dirty="0"/>
            <a:t>. Расписание занятий</a:t>
          </a:r>
          <a:endParaRPr lang="en-US" dirty="0"/>
        </a:p>
      </dgm:t>
    </dgm:pt>
    <dgm:pt modelId="{E553C449-2B84-48F7-BE79-10E44E4CE2B9}" type="parTrans" cxnId="{8854A706-3B2D-4F47-A41E-56282AB0FEEF}">
      <dgm:prSet/>
      <dgm:spPr/>
      <dgm:t>
        <a:bodyPr/>
        <a:lstStyle/>
        <a:p>
          <a:endParaRPr lang="en-US"/>
        </a:p>
      </dgm:t>
    </dgm:pt>
    <dgm:pt modelId="{4AD1661A-36E0-4BE0-A88F-E7BD77A51F2F}" type="sibTrans" cxnId="{8854A706-3B2D-4F47-A41E-56282AB0FEEF}">
      <dgm:prSet/>
      <dgm:spPr/>
      <dgm:t>
        <a:bodyPr/>
        <a:lstStyle/>
        <a:p>
          <a:endParaRPr lang="en-US"/>
        </a:p>
      </dgm:t>
    </dgm:pt>
    <dgm:pt modelId="{840ADD3E-C383-4F0C-B24D-8B41634104D2}" type="pres">
      <dgm:prSet presAssocID="{8D1F45B9-D471-47C1-B7A4-BE36A7681A47}" presName="Name0" presStyleCnt="0">
        <dgm:presLayoutVars>
          <dgm:dir/>
          <dgm:animLvl val="lvl"/>
          <dgm:resizeHandles val="exact"/>
        </dgm:presLayoutVars>
      </dgm:prSet>
      <dgm:spPr/>
    </dgm:pt>
    <dgm:pt modelId="{9D193256-20CE-4F2A-9294-D1CF662CB42D}" type="pres">
      <dgm:prSet presAssocID="{9FC57008-2440-4A1C-9127-42F4B427CDEF}" presName="linNode" presStyleCnt="0"/>
      <dgm:spPr/>
    </dgm:pt>
    <dgm:pt modelId="{6529018B-C90B-423A-A3B5-F133F38E567C}" type="pres">
      <dgm:prSet presAssocID="{9FC57008-2440-4A1C-9127-42F4B427CDEF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964864BB-1853-4B2D-B7A2-B4DC5D8EDB81}" type="pres">
      <dgm:prSet presAssocID="{9FC57008-2440-4A1C-9127-42F4B427CDEF}" presName="descendantText" presStyleLbl="alignAccFollowNode1" presStyleIdx="0" presStyleCnt="6">
        <dgm:presLayoutVars>
          <dgm:bulletEnabled val="1"/>
        </dgm:presLayoutVars>
      </dgm:prSet>
      <dgm:spPr/>
    </dgm:pt>
    <dgm:pt modelId="{C89988FF-B91D-45DE-A3C5-35E733093B09}" type="pres">
      <dgm:prSet presAssocID="{651A3093-7FEA-489B-90B8-08ADB3282375}" presName="sp" presStyleCnt="0"/>
      <dgm:spPr/>
    </dgm:pt>
    <dgm:pt modelId="{97A462B8-540F-4556-81EB-2B662CAF9EA4}" type="pres">
      <dgm:prSet presAssocID="{38E2A354-CB66-4A7C-9B70-699B7CD6CF2F}" presName="linNode" presStyleCnt="0"/>
      <dgm:spPr/>
    </dgm:pt>
    <dgm:pt modelId="{23CC6FE2-0BB1-4E10-99AA-873418E0FA27}" type="pres">
      <dgm:prSet presAssocID="{38E2A354-CB66-4A7C-9B70-699B7CD6CF2F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D4572746-8AFB-4262-BA82-41AE34FBE2E7}" type="pres">
      <dgm:prSet presAssocID="{38E2A354-CB66-4A7C-9B70-699B7CD6CF2F}" presName="descendantText" presStyleLbl="alignAccFollowNode1" presStyleIdx="1" presStyleCnt="6">
        <dgm:presLayoutVars>
          <dgm:bulletEnabled val="1"/>
        </dgm:presLayoutVars>
      </dgm:prSet>
      <dgm:spPr/>
    </dgm:pt>
    <dgm:pt modelId="{6FD0C113-CF55-4948-AD6B-4F917262A339}" type="pres">
      <dgm:prSet presAssocID="{4AD1661A-36E0-4BE0-A88F-E7BD77A51F2F}" presName="sp" presStyleCnt="0"/>
      <dgm:spPr/>
    </dgm:pt>
    <dgm:pt modelId="{A7476558-C9DF-44A1-91CF-2DE2F506B2F2}" type="pres">
      <dgm:prSet presAssocID="{732BF927-3C33-4A65-8255-AFAC18A1D258}" presName="linNode" presStyleCnt="0"/>
      <dgm:spPr/>
    </dgm:pt>
    <dgm:pt modelId="{B7DEE0B6-873E-4B8D-8E86-DE8EE6FF8564}" type="pres">
      <dgm:prSet presAssocID="{732BF927-3C33-4A65-8255-AFAC18A1D258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54FF5493-D7CB-4DF4-95C3-BAD97342D9CF}" type="pres">
      <dgm:prSet presAssocID="{732BF927-3C33-4A65-8255-AFAC18A1D258}" presName="descendantText" presStyleLbl="alignAccFollowNode1" presStyleIdx="2" presStyleCnt="6">
        <dgm:presLayoutVars>
          <dgm:bulletEnabled val="1"/>
        </dgm:presLayoutVars>
      </dgm:prSet>
      <dgm:spPr/>
    </dgm:pt>
    <dgm:pt modelId="{D34E7156-7EC2-43AB-9E9B-8DC17E123684}" type="pres">
      <dgm:prSet presAssocID="{86C48E6B-63AD-41B1-BC77-8E9127D88CB5}" presName="sp" presStyleCnt="0"/>
      <dgm:spPr/>
    </dgm:pt>
    <dgm:pt modelId="{C37B58EE-3A75-442F-BCDD-A5157916F758}" type="pres">
      <dgm:prSet presAssocID="{464E5AC6-3147-4809-A587-1AC9058F1279}" presName="linNode" presStyleCnt="0"/>
      <dgm:spPr/>
    </dgm:pt>
    <dgm:pt modelId="{1DA88A5C-487D-46F7-8AC3-940747013FF7}" type="pres">
      <dgm:prSet presAssocID="{464E5AC6-3147-4809-A587-1AC9058F1279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0D09F081-599A-4573-83AC-477E77B220FA}" type="pres">
      <dgm:prSet presAssocID="{464E5AC6-3147-4809-A587-1AC9058F1279}" presName="descendantText" presStyleLbl="alignAccFollowNode1" presStyleIdx="3" presStyleCnt="6">
        <dgm:presLayoutVars>
          <dgm:bulletEnabled val="1"/>
        </dgm:presLayoutVars>
      </dgm:prSet>
      <dgm:spPr/>
    </dgm:pt>
    <dgm:pt modelId="{59D67401-A3CE-4F28-8A40-6709FA65BB7C}" type="pres">
      <dgm:prSet presAssocID="{E66F79C5-C590-41FD-9969-8A348B785546}" presName="sp" presStyleCnt="0"/>
      <dgm:spPr/>
    </dgm:pt>
    <dgm:pt modelId="{CC59531F-197C-4D5A-B042-CFBDBFA3D5A9}" type="pres">
      <dgm:prSet presAssocID="{2297D3F1-AAC8-44D6-BACF-D63C2C59C659}" presName="linNode" presStyleCnt="0"/>
      <dgm:spPr/>
    </dgm:pt>
    <dgm:pt modelId="{7979F611-97E9-48A9-9860-AF9FC648EDDB}" type="pres">
      <dgm:prSet presAssocID="{2297D3F1-AAC8-44D6-BACF-D63C2C59C659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D2A55FEA-7733-480D-985E-A691A77D7494}" type="pres">
      <dgm:prSet presAssocID="{2297D3F1-AAC8-44D6-BACF-D63C2C59C659}" presName="descendantText" presStyleLbl="alignAccFollowNode1" presStyleIdx="4" presStyleCnt="6">
        <dgm:presLayoutVars>
          <dgm:bulletEnabled val="1"/>
        </dgm:presLayoutVars>
      </dgm:prSet>
      <dgm:spPr/>
    </dgm:pt>
    <dgm:pt modelId="{487077E2-73EF-4A40-8BD6-757B8D02D9A3}" type="pres">
      <dgm:prSet presAssocID="{B6FC3AB2-EC93-491E-B4B0-0B752564B00D}" presName="sp" presStyleCnt="0"/>
      <dgm:spPr/>
    </dgm:pt>
    <dgm:pt modelId="{C50CB631-7B73-4250-A0AC-26E22215AFA4}" type="pres">
      <dgm:prSet presAssocID="{DC4AE358-CEED-4CBF-A1D8-CB4BFFB156A0}" presName="linNode" presStyleCnt="0"/>
      <dgm:spPr/>
    </dgm:pt>
    <dgm:pt modelId="{52FC8B9A-EF4C-48E8-9D1E-38B38E57BD58}" type="pres">
      <dgm:prSet presAssocID="{DC4AE358-CEED-4CBF-A1D8-CB4BFFB156A0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2EBBC523-9DA7-4295-A912-5FB5CB4FC234}" type="pres">
      <dgm:prSet presAssocID="{DC4AE358-CEED-4CBF-A1D8-CB4BFFB156A0}" presName="descendantText" presStyleLbl="alignAccFollowNode1" presStyleIdx="5" presStyleCnt="6">
        <dgm:presLayoutVars>
          <dgm:bulletEnabled val="1"/>
        </dgm:presLayoutVars>
      </dgm:prSet>
      <dgm:spPr/>
    </dgm:pt>
  </dgm:ptLst>
  <dgm:cxnLst>
    <dgm:cxn modelId="{8854A706-3B2D-4F47-A41E-56282AB0FEEF}" srcId="{8D1F45B9-D471-47C1-B7A4-BE36A7681A47}" destId="{38E2A354-CB66-4A7C-9B70-699B7CD6CF2F}" srcOrd="1" destOrd="0" parTransId="{E553C449-2B84-48F7-BE79-10E44E4CE2B9}" sibTransId="{4AD1661A-36E0-4BE0-A88F-E7BD77A51F2F}"/>
    <dgm:cxn modelId="{35F6F307-DF64-49BD-994D-6A8D4BA58FEB}" type="presOf" srcId="{8D1F45B9-D471-47C1-B7A4-BE36A7681A47}" destId="{840ADD3E-C383-4F0C-B24D-8B41634104D2}" srcOrd="0" destOrd="0" presId="urn:microsoft.com/office/officeart/2005/8/layout/vList5"/>
    <dgm:cxn modelId="{8DB9130B-0C4C-42A4-8C32-58680D0FEEDB}" srcId="{9FC57008-2440-4A1C-9127-42F4B427CDEF}" destId="{2E48F7F0-CEC2-41BA-9F55-945C4008A783}" srcOrd="0" destOrd="0" parTransId="{91EC415B-973F-49A2-A799-826B08B8B40C}" sibTransId="{1C698949-8D0F-4D8E-942D-96E86985842D}"/>
    <dgm:cxn modelId="{6D2B400E-7A84-46DB-B37E-D202D799C621}" type="presOf" srcId="{3E856159-6E1D-4053-94CA-062A715B3C3F}" destId="{0D09F081-599A-4573-83AC-477E77B220FA}" srcOrd="0" destOrd="0" presId="urn:microsoft.com/office/officeart/2005/8/layout/vList5"/>
    <dgm:cxn modelId="{3BE2AB0E-D0DC-4779-A474-5C97E11BE33D}" srcId="{732BF927-3C33-4A65-8255-AFAC18A1D258}" destId="{F0B06739-1B17-46A8-AF38-F55EC2E63609}" srcOrd="0" destOrd="0" parTransId="{DC97525F-4D2B-4746-8361-FD9008D4199D}" sibTransId="{A112F013-A04E-4793-BEBF-4E604F7A2094}"/>
    <dgm:cxn modelId="{7A0FCF10-2C6E-4D57-8E9C-362D769696CB}" type="presOf" srcId="{464E5AC6-3147-4809-A587-1AC9058F1279}" destId="{1DA88A5C-487D-46F7-8AC3-940747013FF7}" srcOrd="0" destOrd="0" presId="urn:microsoft.com/office/officeart/2005/8/layout/vList5"/>
    <dgm:cxn modelId="{BF5B5118-A7DF-4B42-AA3C-B106D3B18BD2}" srcId="{8D1F45B9-D471-47C1-B7A4-BE36A7681A47}" destId="{464E5AC6-3147-4809-A587-1AC9058F1279}" srcOrd="3" destOrd="0" parTransId="{7A2647D5-5C7D-43D5-834D-D28B854D2BD3}" sibTransId="{E66F79C5-C590-41FD-9969-8A348B785546}"/>
    <dgm:cxn modelId="{DE70381F-FFB2-4331-95AF-536FE09A7CFD}" srcId="{464E5AC6-3147-4809-A587-1AC9058F1279}" destId="{96DD17F8-58A3-4EAF-9591-79CF7215F767}" srcOrd="1" destOrd="0" parTransId="{6E616965-9A2D-4F92-989B-704A2FFFEFE7}" sibTransId="{978F6D66-F701-41CF-BB17-DF629FF12469}"/>
    <dgm:cxn modelId="{71FE2420-61DD-4362-9E3B-A2D5FDDA6C92}" type="presOf" srcId="{F976D627-2C03-4BD5-8F08-0E676C8D2E6D}" destId="{54FF5493-D7CB-4DF4-95C3-BAD97342D9CF}" srcOrd="0" destOrd="1" presId="urn:microsoft.com/office/officeart/2005/8/layout/vList5"/>
    <dgm:cxn modelId="{9BF2A021-B9A4-4351-9D21-75D36B8C4DD2}" type="presOf" srcId="{38E2A354-CB66-4A7C-9B70-699B7CD6CF2F}" destId="{23CC6FE2-0BB1-4E10-99AA-873418E0FA27}" srcOrd="0" destOrd="0" presId="urn:microsoft.com/office/officeart/2005/8/layout/vList5"/>
    <dgm:cxn modelId="{903EB534-B74F-4E7B-81E7-3A313E830320}" srcId="{38E2A354-CB66-4A7C-9B70-699B7CD6CF2F}" destId="{FCF468E1-1C78-40B4-8195-6E8ED18FB2DC}" srcOrd="2" destOrd="0" parTransId="{9ABC8E34-1B04-4FF1-B240-7B685158E3A6}" sibTransId="{E6048B9B-0830-440C-B6E1-B7A6CDCE3354}"/>
    <dgm:cxn modelId="{D9BD3D3B-271F-4186-B09C-5B91B5503A61}" type="presOf" srcId="{8E778962-CC31-4804-BDDB-A2161F422C21}" destId="{2EBBC523-9DA7-4295-A912-5FB5CB4FC234}" srcOrd="0" destOrd="0" presId="urn:microsoft.com/office/officeart/2005/8/layout/vList5"/>
    <dgm:cxn modelId="{473AE73F-CDFA-403F-92CA-0D2ACC8DF1D3}" type="presOf" srcId="{FDBD1986-7D4C-404A-B408-5081A732330E}" destId="{D2A55FEA-7733-480D-985E-A691A77D7494}" srcOrd="0" destOrd="1" presId="urn:microsoft.com/office/officeart/2005/8/layout/vList5"/>
    <dgm:cxn modelId="{DCFB9A61-74D9-4F88-91DB-81131D3EC062}" type="presOf" srcId="{3590BFBA-CC0B-4505-9BBA-AD80A035748E}" destId="{2EBBC523-9DA7-4295-A912-5FB5CB4FC234}" srcOrd="0" destOrd="1" presId="urn:microsoft.com/office/officeart/2005/8/layout/vList5"/>
    <dgm:cxn modelId="{4914AB43-BEF8-4E32-A898-EA8E966DD4F3}" srcId="{8D1F45B9-D471-47C1-B7A4-BE36A7681A47}" destId="{9FC57008-2440-4A1C-9127-42F4B427CDEF}" srcOrd="0" destOrd="0" parTransId="{F38ACDD3-CB0B-4ED0-94A6-17023F3E8D6C}" sibTransId="{651A3093-7FEA-489B-90B8-08ADB3282375}"/>
    <dgm:cxn modelId="{08CA7549-126D-4CCA-8218-B0D7DA3DB6B5}" srcId="{464E5AC6-3147-4809-A587-1AC9058F1279}" destId="{3E856159-6E1D-4053-94CA-062A715B3C3F}" srcOrd="0" destOrd="0" parTransId="{0E8593E3-09CC-4A11-8682-45E29C92FD12}" sibTransId="{D61482AF-5D14-4362-9EBE-C3D8FE43FF7A}"/>
    <dgm:cxn modelId="{A0489E54-4E83-49F4-967C-E2F44436BAA0}" type="presOf" srcId="{2297D3F1-AAC8-44D6-BACF-D63C2C59C659}" destId="{7979F611-97E9-48A9-9860-AF9FC648EDDB}" srcOrd="0" destOrd="0" presId="urn:microsoft.com/office/officeart/2005/8/layout/vList5"/>
    <dgm:cxn modelId="{0342EF78-5433-4C22-81E1-EDC3F5D8A22B}" srcId="{DC4AE358-CEED-4CBF-A1D8-CB4BFFB156A0}" destId="{3590BFBA-CC0B-4505-9BBA-AD80A035748E}" srcOrd="1" destOrd="0" parTransId="{0BBB02AF-E7F8-4C0E-B5C9-005696F3292E}" sibTransId="{9A56D163-44E1-40F7-8697-B164F88352BB}"/>
    <dgm:cxn modelId="{0531AE59-E452-486B-84BD-AE2DF25BFF6E}" srcId="{8D1F45B9-D471-47C1-B7A4-BE36A7681A47}" destId="{DC4AE358-CEED-4CBF-A1D8-CB4BFFB156A0}" srcOrd="5" destOrd="0" parTransId="{7D243D9B-AA31-4DEC-AF4C-28B254B3DA24}" sibTransId="{045FE03A-67E1-4DC0-A8CD-6DD4CFBD5626}"/>
    <dgm:cxn modelId="{83A67F7D-C37E-4E88-82B3-F86401D0F733}" srcId="{F976D627-2C03-4BD5-8F08-0E676C8D2E6D}" destId="{A71C496A-6AE7-4FB9-8B13-28C952CB6E94}" srcOrd="0" destOrd="0" parTransId="{E067F104-2442-4685-ACB0-1DD6F85BAC17}" sibTransId="{59A34F95-E812-4DFA-86F2-1E4BD687C71F}"/>
    <dgm:cxn modelId="{6DA81B82-DD93-4728-AA67-039F7CBBF384}" type="presOf" srcId="{FCF468E1-1C78-40B4-8195-6E8ED18FB2DC}" destId="{D4572746-8AFB-4262-BA82-41AE34FBE2E7}" srcOrd="0" destOrd="2" presId="urn:microsoft.com/office/officeart/2005/8/layout/vList5"/>
    <dgm:cxn modelId="{03CFC884-C331-4BB0-9D99-73AC5EE669D3}" type="presOf" srcId="{9FC57008-2440-4A1C-9127-42F4B427CDEF}" destId="{6529018B-C90B-423A-A3B5-F133F38E567C}" srcOrd="0" destOrd="0" presId="urn:microsoft.com/office/officeart/2005/8/layout/vList5"/>
    <dgm:cxn modelId="{4A054A89-8742-4602-A61F-CAF2A1A57DD0}" srcId="{464E5AC6-3147-4809-A587-1AC9058F1279}" destId="{B4E3A7AA-06A1-412B-AECF-4DC306A6FD4F}" srcOrd="2" destOrd="0" parTransId="{C30D6470-6A5E-457E-8917-5D06D50378F8}" sibTransId="{198211E6-17DC-4456-9C7E-E3E08E9FC838}"/>
    <dgm:cxn modelId="{931E448F-04C8-435F-AEAA-AA0E417C6ECA}" type="presOf" srcId="{65EACE9A-B255-48A4-A88A-1BB147297400}" destId="{D4572746-8AFB-4262-BA82-41AE34FBE2E7}" srcOrd="0" destOrd="0" presId="urn:microsoft.com/office/officeart/2005/8/layout/vList5"/>
    <dgm:cxn modelId="{D8FE0A92-8534-4CA1-8FEC-B8C9841905AA}" type="presOf" srcId="{DC4AE358-CEED-4CBF-A1D8-CB4BFFB156A0}" destId="{52FC8B9A-EF4C-48E8-9D1E-38B38E57BD58}" srcOrd="0" destOrd="0" presId="urn:microsoft.com/office/officeart/2005/8/layout/vList5"/>
    <dgm:cxn modelId="{2C203292-9021-475F-BD89-66DCCCA5E696}" srcId="{2297D3F1-AAC8-44D6-BACF-D63C2C59C659}" destId="{FDBD1986-7D4C-404A-B408-5081A732330E}" srcOrd="1" destOrd="0" parTransId="{C302E00B-07F5-4BCB-B7AC-85305B190729}" sibTransId="{634D805C-E4BE-4F63-B9CD-210DEBF2A177}"/>
    <dgm:cxn modelId="{102E1494-2889-419B-B8F8-4D95E996055C}" type="presOf" srcId="{8A5A746B-5BF1-43BA-B100-7E05EF17F54E}" destId="{54FF5493-D7CB-4DF4-95C3-BAD97342D9CF}" srcOrd="0" destOrd="3" presId="urn:microsoft.com/office/officeart/2005/8/layout/vList5"/>
    <dgm:cxn modelId="{76EE9A97-17AC-4B34-8342-852F4753C8A8}" type="presOf" srcId="{51FB1BFD-997D-4418-A784-1DDF790918E8}" destId="{964864BB-1853-4B2D-B7A2-B4DC5D8EDB81}" srcOrd="0" destOrd="1" presId="urn:microsoft.com/office/officeart/2005/8/layout/vList5"/>
    <dgm:cxn modelId="{D0F01598-BA6B-41CB-BAE1-EBB68831AB3A}" srcId="{732BF927-3C33-4A65-8255-AFAC18A1D258}" destId="{F976D627-2C03-4BD5-8F08-0E676C8D2E6D}" srcOrd="1" destOrd="0" parTransId="{85D972D1-B90D-4A2D-B5C8-E5A160277DE1}" sibTransId="{6C24B767-1E21-4DEC-ACEC-AD9BBD3084B4}"/>
    <dgm:cxn modelId="{198E46A0-3291-48A5-A5DB-A97424A78417}" type="presOf" srcId="{2E48F7F0-CEC2-41BA-9F55-945C4008A783}" destId="{964864BB-1853-4B2D-B7A2-B4DC5D8EDB81}" srcOrd="0" destOrd="0" presId="urn:microsoft.com/office/officeart/2005/8/layout/vList5"/>
    <dgm:cxn modelId="{652F34A2-3B70-48E6-BC62-53128877CE34}" srcId="{8D1F45B9-D471-47C1-B7A4-BE36A7681A47}" destId="{2297D3F1-AAC8-44D6-BACF-D63C2C59C659}" srcOrd="4" destOrd="0" parTransId="{06ED4DF5-EC24-458C-8953-C404245FCC33}" sibTransId="{B6FC3AB2-EC93-491E-B4B0-0B752564B00D}"/>
    <dgm:cxn modelId="{887B2FB3-2DB9-4101-A5FE-1A5155B024BF}" srcId="{2297D3F1-AAC8-44D6-BACF-D63C2C59C659}" destId="{5CC2EED8-554C-4B47-A841-D672EBEC33EC}" srcOrd="0" destOrd="0" parTransId="{1472B832-FFDF-4191-92E5-E1927A1109F5}" sibTransId="{134FB7A3-C7EA-4372-A2DA-618006A655FE}"/>
    <dgm:cxn modelId="{3421F7B3-4256-411E-9649-C287A70D729B}" srcId="{F976D627-2C03-4BD5-8F08-0E676C8D2E6D}" destId="{8A5A746B-5BF1-43BA-B100-7E05EF17F54E}" srcOrd="1" destOrd="0" parTransId="{E60C0DD9-421A-4164-868B-1C5461F87BDF}" sibTransId="{82E0FD4C-5085-4740-8ACF-82884A6F7E01}"/>
    <dgm:cxn modelId="{B27D23B6-148A-404D-AA15-329C8B6AFED3}" type="presOf" srcId="{A71C496A-6AE7-4FB9-8B13-28C952CB6E94}" destId="{54FF5493-D7CB-4DF4-95C3-BAD97342D9CF}" srcOrd="0" destOrd="2" presId="urn:microsoft.com/office/officeart/2005/8/layout/vList5"/>
    <dgm:cxn modelId="{6A94C4B6-C417-4E07-8C3F-09C310E5D337}" srcId="{8D1F45B9-D471-47C1-B7A4-BE36A7681A47}" destId="{732BF927-3C33-4A65-8255-AFAC18A1D258}" srcOrd="2" destOrd="0" parTransId="{EFEC90A2-BD5F-49FD-AF26-606984537583}" sibTransId="{86C48E6B-63AD-41B1-BC77-8E9127D88CB5}"/>
    <dgm:cxn modelId="{01599AC4-4FD9-4F44-9811-2494D4166CD0}" srcId="{DC4AE358-CEED-4CBF-A1D8-CB4BFFB156A0}" destId="{8E778962-CC31-4804-BDDB-A2161F422C21}" srcOrd="0" destOrd="0" parTransId="{D50CF398-FD8D-463D-B3BD-1C562BA6DFEE}" sibTransId="{7880E3DC-3267-41F6-A446-B205F70B847D}"/>
    <dgm:cxn modelId="{DF42B1C8-8907-4154-8F3C-209169965762}" srcId="{9FC57008-2440-4A1C-9127-42F4B427CDEF}" destId="{51FB1BFD-997D-4418-A784-1DDF790918E8}" srcOrd="1" destOrd="0" parTransId="{7D7298BE-268C-4774-98A5-797F9DD2CDFB}" sibTransId="{EF0FF97B-1B63-4300-87A5-1887D6CA846F}"/>
    <dgm:cxn modelId="{72A667D2-72AC-4906-85A2-9846FD72D66A}" type="presOf" srcId="{5CC2EED8-554C-4B47-A841-D672EBEC33EC}" destId="{D2A55FEA-7733-480D-985E-A691A77D7494}" srcOrd="0" destOrd="0" presId="urn:microsoft.com/office/officeart/2005/8/layout/vList5"/>
    <dgm:cxn modelId="{085B72D7-9FCF-44F0-99FC-9095890C1BDE}" type="presOf" srcId="{96DD17F8-58A3-4EAF-9591-79CF7215F767}" destId="{0D09F081-599A-4573-83AC-477E77B220FA}" srcOrd="0" destOrd="1" presId="urn:microsoft.com/office/officeart/2005/8/layout/vList5"/>
    <dgm:cxn modelId="{10344ED9-3990-4E16-9D91-E13AB0F21C33}" srcId="{38E2A354-CB66-4A7C-9B70-699B7CD6CF2F}" destId="{65EACE9A-B255-48A4-A88A-1BB147297400}" srcOrd="0" destOrd="0" parTransId="{7FE15FA2-20DE-4AEE-A7B6-FB3277212C0A}" sibTransId="{1932818E-412A-4265-9379-80E44607E522}"/>
    <dgm:cxn modelId="{030D87DA-29D7-404B-967C-338154F1C83E}" srcId="{38E2A354-CB66-4A7C-9B70-699B7CD6CF2F}" destId="{CC7044DC-CD5A-4268-BFAD-77C67B7B4FBF}" srcOrd="1" destOrd="0" parTransId="{0687BBE4-F53B-4096-8299-27C080F8E11D}" sibTransId="{1E43D0DF-9E6C-43A4-8DCC-AE11FFC171DB}"/>
    <dgm:cxn modelId="{EADF31E7-7574-45C3-9D95-8466C8F5FE64}" type="presOf" srcId="{CC7044DC-CD5A-4268-BFAD-77C67B7B4FBF}" destId="{D4572746-8AFB-4262-BA82-41AE34FBE2E7}" srcOrd="0" destOrd="1" presId="urn:microsoft.com/office/officeart/2005/8/layout/vList5"/>
    <dgm:cxn modelId="{287E6EF4-87AA-478F-A778-45087389033D}" type="presOf" srcId="{732BF927-3C33-4A65-8255-AFAC18A1D258}" destId="{B7DEE0B6-873E-4B8D-8E86-DE8EE6FF8564}" srcOrd="0" destOrd="0" presId="urn:microsoft.com/office/officeart/2005/8/layout/vList5"/>
    <dgm:cxn modelId="{876CBDFA-3BED-4D6F-9AFC-A695127A01E0}" type="presOf" srcId="{B4E3A7AA-06A1-412B-AECF-4DC306A6FD4F}" destId="{0D09F081-599A-4573-83AC-477E77B220FA}" srcOrd="0" destOrd="2" presId="urn:microsoft.com/office/officeart/2005/8/layout/vList5"/>
    <dgm:cxn modelId="{3B466AFE-9094-4B75-996B-CE26C12CC203}" type="presOf" srcId="{F0B06739-1B17-46A8-AF38-F55EC2E63609}" destId="{54FF5493-D7CB-4DF4-95C3-BAD97342D9CF}" srcOrd="0" destOrd="0" presId="urn:microsoft.com/office/officeart/2005/8/layout/vList5"/>
    <dgm:cxn modelId="{3EE000D1-82D5-42DD-B5C9-D6AC42134D07}" type="presParOf" srcId="{840ADD3E-C383-4F0C-B24D-8B41634104D2}" destId="{9D193256-20CE-4F2A-9294-D1CF662CB42D}" srcOrd="0" destOrd="0" presId="urn:microsoft.com/office/officeart/2005/8/layout/vList5"/>
    <dgm:cxn modelId="{0EFA32EF-52B7-4543-BE98-C6887C054A03}" type="presParOf" srcId="{9D193256-20CE-4F2A-9294-D1CF662CB42D}" destId="{6529018B-C90B-423A-A3B5-F133F38E567C}" srcOrd="0" destOrd="0" presId="urn:microsoft.com/office/officeart/2005/8/layout/vList5"/>
    <dgm:cxn modelId="{9A21E78A-2443-4D5F-80AF-4F2BA7131E39}" type="presParOf" srcId="{9D193256-20CE-4F2A-9294-D1CF662CB42D}" destId="{964864BB-1853-4B2D-B7A2-B4DC5D8EDB81}" srcOrd="1" destOrd="0" presId="urn:microsoft.com/office/officeart/2005/8/layout/vList5"/>
    <dgm:cxn modelId="{CFC776CA-2063-4E1A-B2B9-37C44B60AFEB}" type="presParOf" srcId="{840ADD3E-C383-4F0C-B24D-8B41634104D2}" destId="{C89988FF-B91D-45DE-A3C5-35E733093B09}" srcOrd="1" destOrd="0" presId="urn:microsoft.com/office/officeart/2005/8/layout/vList5"/>
    <dgm:cxn modelId="{19AB6880-9257-407F-8C67-B227E237A4D7}" type="presParOf" srcId="{840ADD3E-C383-4F0C-B24D-8B41634104D2}" destId="{97A462B8-540F-4556-81EB-2B662CAF9EA4}" srcOrd="2" destOrd="0" presId="urn:microsoft.com/office/officeart/2005/8/layout/vList5"/>
    <dgm:cxn modelId="{0973DD3F-B1C9-4403-ACDC-3A364993B356}" type="presParOf" srcId="{97A462B8-540F-4556-81EB-2B662CAF9EA4}" destId="{23CC6FE2-0BB1-4E10-99AA-873418E0FA27}" srcOrd="0" destOrd="0" presId="urn:microsoft.com/office/officeart/2005/8/layout/vList5"/>
    <dgm:cxn modelId="{4CD72E61-7E43-40AF-8BEA-9EE247C45EBF}" type="presParOf" srcId="{97A462B8-540F-4556-81EB-2B662CAF9EA4}" destId="{D4572746-8AFB-4262-BA82-41AE34FBE2E7}" srcOrd="1" destOrd="0" presId="urn:microsoft.com/office/officeart/2005/8/layout/vList5"/>
    <dgm:cxn modelId="{BAB8F2CD-BDF9-4EDF-9F5C-4E2FFF4852A4}" type="presParOf" srcId="{840ADD3E-C383-4F0C-B24D-8B41634104D2}" destId="{6FD0C113-CF55-4948-AD6B-4F917262A339}" srcOrd="3" destOrd="0" presId="urn:microsoft.com/office/officeart/2005/8/layout/vList5"/>
    <dgm:cxn modelId="{90698BB6-63F1-477B-B55A-5A307E85E50D}" type="presParOf" srcId="{840ADD3E-C383-4F0C-B24D-8B41634104D2}" destId="{A7476558-C9DF-44A1-91CF-2DE2F506B2F2}" srcOrd="4" destOrd="0" presId="urn:microsoft.com/office/officeart/2005/8/layout/vList5"/>
    <dgm:cxn modelId="{34078137-1A32-4602-BE8A-A0E8A11AE362}" type="presParOf" srcId="{A7476558-C9DF-44A1-91CF-2DE2F506B2F2}" destId="{B7DEE0B6-873E-4B8D-8E86-DE8EE6FF8564}" srcOrd="0" destOrd="0" presId="urn:microsoft.com/office/officeart/2005/8/layout/vList5"/>
    <dgm:cxn modelId="{D6B644BC-54B6-42CA-BD2C-BEE7C81CB0E1}" type="presParOf" srcId="{A7476558-C9DF-44A1-91CF-2DE2F506B2F2}" destId="{54FF5493-D7CB-4DF4-95C3-BAD97342D9CF}" srcOrd="1" destOrd="0" presId="urn:microsoft.com/office/officeart/2005/8/layout/vList5"/>
    <dgm:cxn modelId="{3B8C5190-9460-45BD-AED7-59ECDD597C70}" type="presParOf" srcId="{840ADD3E-C383-4F0C-B24D-8B41634104D2}" destId="{D34E7156-7EC2-43AB-9E9B-8DC17E123684}" srcOrd="5" destOrd="0" presId="urn:microsoft.com/office/officeart/2005/8/layout/vList5"/>
    <dgm:cxn modelId="{14488C92-243A-4425-A3AD-F4E8F43DE921}" type="presParOf" srcId="{840ADD3E-C383-4F0C-B24D-8B41634104D2}" destId="{C37B58EE-3A75-442F-BCDD-A5157916F758}" srcOrd="6" destOrd="0" presId="urn:microsoft.com/office/officeart/2005/8/layout/vList5"/>
    <dgm:cxn modelId="{43E52629-4A61-4A1E-9087-24985AB89F79}" type="presParOf" srcId="{C37B58EE-3A75-442F-BCDD-A5157916F758}" destId="{1DA88A5C-487D-46F7-8AC3-940747013FF7}" srcOrd="0" destOrd="0" presId="urn:microsoft.com/office/officeart/2005/8/layout/vList5"/>
    <dgm:cxn modelId="{086AB2C0-A6B3-4ED5-BF9F-ECA64C8FA116}" type="presParOf" srcId="{C37B58EE-3A75-442F-BCDD-A5157916F758}" destId="{0D09F081-599A-4573-83AC-477E77B220FA}" srcOrd="1" destOrd="0" presId="urn:microsoft.com/office/officeart/2005/8/layout/vList5"/>
    <dgm:cxn modelId="{7124065A-9155-4001-BB84-E3E4432A4626}" type="presParOf" srcId="{840ADD3E-C383-4F0C-B24D-8B41634104D2}" destId="{59D67401-A3CE-4F28-8A40-6709FA65BB7C}" srcOrd="7" destOrd="0" presId="urn:microsoft.com/office/officeart/2005/8/layout/vList5"/>
    <dgm:cxn modelId="{18C26E83-5A3B-4DBE-9E95-30D1661CD916}" type="presParOf" srcId="{840ADD3E-C383-4F0C-B24D-8B41634104D2}" destId="{CC59531F-197C-4D5A-B042-CFBDBFA3D5A9}" srcOrd="8" destOrd="0" presId="urn:microsoft.com/office/officeart/2005/8/layout/vList5"/>
    <dgm:cxn modelId="{99DD485C-5AA1-4250-B77F-7AAD79436045}" type="presParOf" srcId="{CC59531F-197C-4D5A-B042-CFBDBFA3D5A9}" destId="{7979F611-97E9-48A9-9860-AF9FC648EDDB}" srcOrd="0" destOrd="0" presId="urn:microsoft.com/office/officeart/2005/8/layout/vList5"/>
    <dgm:cxn modelId="{0B28B348-02C0-4B8E-9C1E-E62578324DCB}" type="presParOf" srcId="{CC59531F-197C-4D5A-B042-CFBDBFA3D5A9}" destId="{D2A55FEA-7733-480D-985E-A691A77D7494}" srcOrd="1" destOrd="0" presId="urn:microsoft.com/office/officeart/2005/8/layout/vList5"/>
    <dgm:cxn modelId="{F6625389-DB42-40DA-B71A-E23A371ADC59}" type="presParOf" srcId="{840ADD3E-C383-4F0C-B24D-8B41634104D2}" destId="{487077E2-73EF-4A40-8BD6-757B8D02D9A3}" srcOrd="9" destOrd="0" presId="urn:microsoft.com/office/officeart/2005/8/layout/vList5"/>
    <dgm:cxn modelId="{444938A0-3CEF-4EA3-A03B-9380953E3C12}" type="presParOf" srcId="{840ADD3E-C383-4F0C-B24D-8B41634104D2}" destId="{C50CB631-7B73-4250-A0AC-26E22215AFA4}" srcOrd="10" destOrd="0" presId="urn:microsoft.com/office/officeart/2005/8/layout/vList5"/>
    <dgm:cxn modelId="{5EB647AC-7BC1-4FAE-9937-5483121EB300}" type="presParOf" srcId="{C50CB631-7B73-4250-A0AC-26E22215AFA4}" destId="{52FC8B9A-EF4C-48E8-9D1E-38B38E57BD58}" srcOrd="0" destOrd="0" presId="urn:microsoft.com/office/officeart/2005/8/layout/vList5"/>
    <dgm:cxn modelId="{8E20A9BD-074A-4F0C-B48B-90B8BBA685D9}" type="presParOf" srcId="{C50CB631-7B73-4250-A0AC-26E22215AFA4}" destId="{2EBBC523-9DA7-4295-A912-5FB5CB4FC23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3F6F16-02B2-4EB0-A0C8-47E405DD5466}">
      <dsp:nvSpPr>
        <dsp:cNvPr id="0" name=""/>
        <dsp:cNvSpPr/>
      </dsp:nvSpPr>
      <dsp:spPr>
        <a:xfrm>
          <a:off x="0" y="0"/>
          <a:ext cx="5217173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E6606AC-3A4E-4AB0-91D2-16E4F87F9E75}">
      <dsp:nvSpPr>
        <dsp:cNvPr id="0" name=""/>
        <dsp:cNvSpPr/>
      </dsp:nvSpPr>
      <dsp:spPr>
        <a:xfrm>
          <a:off x="0" y="0"/>
          <a:ext cx="5217173" cy="217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1" kern="1200" dirty="0">
              <a:solidFill>
                <a:schemeClr val="bg1"/>
              </a:solidFill>
            </a:rPr>
            <a:t>Кукунин</a:t>
          </a:r>
          <a:r>
            <a:rPr lang="en-US" sz="2600" b="1" kern="1200" dirty="0">
              <a:solidFill>
                <a:schemeClr val="bg1"/>
              </a:solidFill>
            </a:rPr>
            <a:t> </a:t>
          </a:r>
          <a:r>
            <a:rPr lang="ru-RU" sz="2600" b="1" kern="1200" dirty="0">
              <a:solidFill>
                <a:schemeClr val="bg1"/>
              </a:solidFill>
            </a:rPr>
            <a:t>Родион </a:t>
          </a:r>
          <a:r>
            <a:rPr lang="en-US" sz="2600" b="1" kern="1200" dirty="0">
              <a:solidFill>
                <a:schemeClr val="bg1"/>
              </a:solidFill>
            </a:rPr>
            <a:t>– </a:t>
          </a:r>
          <a:br>
            <a:rPr lang="en-US" sz="2600" b="1" kern="1200" dirty="0">
              <a:solidFill>
                <a:schemeClr val="bg1"/>
              </a:solidFill>
            </a:rPr>
          </a:br>
          <a:r>
            <a:rPr lang="en-US" sz="2600" b="1" kern="1200" dirty="0">
              <a:solidFill>
                <a:schemeClr val="bg1"/>
              </a:solidFill>
            </a:rPr>
            <a:t>Team Lead / </a:t>
          </a:r>
          <a:r>
            <a:rPr lang="en-US" sz="2600" b="1" kern="1200" dirty="0" err="1">
              <a:solidFill>
                <a:schemeClr val="bg1"/>
              </a:solidFill>
            </a:rPr>
            <a:t>Fullstack</a:t>
          </a:r>
          <a:r>
            <a:rPr lang="en-US" sz="2600" b="1" kern="1200" dirty="0">
              <a:solidFill>
                <a:schemeClr val="bg1"/>
              </a:solidFill>
            </a:rPr>
            <a:t> Developer 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 dirty="0">
              <a:solidFill>
                <a:schemeClr val="bg1"/>
              </a:solidFill>
            </a:rPr>
            <a:t>Великий Новгород, Новгородская область</a:t>
          </a:r>
          <a:br>
            <a:rPr lang="ru-RU" sz="2600" kern="1200" dirty="0">
              <a:solidFill>
                <a:schemeClr val="bg1"/>
              </a:solidFill>
            </a:rPr>
          </a:br>
          <a:endParaRPr lang="en-US" sz="2600" kern="1200" dirty="0">
            <a:solidFill>
              <a:schemeClr val="bg1"/>
            </a:solidFill>
          </a:endParaRPr>
        </a:p>
      </dsp:txBody>
      <dsp:txXfrm>
        <a:off x="0" y="0"/>
        <a:ext cx="5217173" cy="2175669"/>
      </dsp:txXfrm>
    </dsp:sp>
    <dsp:sp modelId="{94C96CA8-27F2-465A-9DEC-354D73913A8B}">
      <dsp:nvSpPr>
        <dsp:cNvPr id="0" name=""/>
        <dsp:cNvSpPr/>
      </dsp:nvSpPr>
      <dsp:spPr>
        <a:xfrm>
          <a:off x="0" y="2175669"/>
          <a:ext cx="5217173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C820322-FE45-4C8D-8B77-72B7E6B2ACCA}">
      <dsp:nvSpPr>
        <dsp:cNvPr id="0" name=""/>
        <dsp:cNvSpPr/>
      </dsp:nvSpPr>
      <dsp:spPr>
        <a:xfrm>
          <a:off x="0" y="2175669"/>
          <a:ext cx="5217173" cy="217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1" kern="1200" dirty="0">
              <a:solidFill>
                <a:schemeClr val="bg1"/>
              </a:solidFill>
            </a:rPr>
            <a:t>Павлов</a:t>
          </a:r>
          <a:r>
            <a:rPr lang="en-US" sz="2600" b="1" kern="1200" dirty="0">
              <a:solidFill>
                <a:schemeClr val="bg1"/>
              </a:solidFill>
            </a:rPr>
            <a:t> </a:t>
          </a:r>
          <a:r>
            <a:rPr lang="ru-RU" sz="2600" b="1" kern="1200" dirty="0">
              <a:solidFill>
                <a:schemeClr val="bg1"/>
              </a:solidFill>
            </a:rPr>
            <a:t>Владимир </a:t>
          </a:r>
          <a:r>
            <a:rPr lang="en-US" sz="2600" b="1" kern="1200" dirty="0">
              <a:solidFill>
                <a:schemeClr val="bg1"/>
              </a:solidFill>
            </a:rPr>
            <a:t>– </a:t>
          </a:r>
          <a:br>
            <a:rPr lang="en-US" sz="2600" b="1" kern="1200" dirty="0">
              <a:solidFill>
                <a:schemeClr val="bg1"/>
              </a:solidFill>
            </a:rPr>
          </a:br>
          <a:r>
            <a:rPr lang="en-US" sz="2600" b="1" kern="1200" dirty="0">
              <a:solidFill>
                <a:schemeClr val="bg1"/>
              </a:solidFill>
            </a:rPr>
            <a:t>Frontend Developer </a:t>
          </a:r>
          <a:br>
            <a:rPr lang="en-US" sz="2600" b="1" kern="1200" dirty="0">
              <a:solidFill>
                <a:schemeClr val="bg1"/>
              </a:solidFill>
            </a:rPr>
          </a:br>
          <a:r>
            <a:rPr lang="ru-RU" sz="2600" kern="1200" dirty="0">
              <a:solidFill>
                <a:schemeClr val="bg1"/>
              </a:solidFill>
            </a:rPr>
            <a:t>Великий Новгород, Новгородская область</a:t>
          </a:r>
          <a:endParaRPr lang="en-US" sz="2600" kern="1200" dirty="0">
            <a:solidFill>
              <a:schemeClr val="bg1"/>
            </a:solidFill>
          </a:endParaRPr>
        </a:p>
      </dsp:txBody>
      <dsp:txXfrm>
        <a:off x="0" y="2175669"/>
        <a:ext cx="5217173" cy="21756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2A0FDA-1F03-4726-ADA3-1F2F99A2CEE4}">
      <dsp:nvSpPr>
        <dsp:cNvPr id="0" name=""/>
        <dsp:cNvSpPr/>
      </dsp:nvSpPr>
      <dsp:spPr>
        <a:xfrm>
          <a:off x="0" y="3045"/>
          <a:ext cx="6253721" cy="95471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baseline="0"/>
            <a:t>Учёт посещаемости в вузах всё ещё ведётся вручную</a:t>
          </a:r>
          <a:endParaRPr lang="en-US" sz="2400" kern="1200"/>
        </a:p>
      </dsp:txBody>
      <dsp:txXfrm>
        <a:off x="46606" y="49651"/>
        <a:ext cx="6160509" cy="861507"/>
      </dsp:txXfrm>
    </dsp:sp>
    <dsp:sp modelId="{1221FB10-9D1D-4BAF-8FA0-82911F9C269F}">
      <dsp:nvSpPr>
        <dsp:cNvPr id="0" name=""/>
        <dsp:cNvSpPr/>
      </dsp:nvSpPr>
      <dsp:spPr>
        <a:xfrm>
          <a:off x="0" y="1026885"/>
          <a:ext cx="6253721" cy="954719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baseline="0"/>
            <a:t>Большие затраты времени преподавателей</a:t>
          </a:r>
          <a:endParaRPr lang="en-US" sz="2400" kern="1200"/>
        </a:p>
      </dsp:txBody>
      <dsp:txXfrm>
        <a:off x="46606" y="1073491"/>
        <a:ext cx="6160509" cy="861507"/>
      </dsp:txXfrm>
    </dsp:sp>
    <dsp:sp modelId="{30EE356F-3550-49CA-A6B5-2951EC7A6DDD}">
      <dsp:nvSpPr>
        <dsp:cNvPr id="0" name=""/>
        <dsp:cNvSpPr/>
      </dsp:nvSpPr>
      <dsp:spPr>
        <a:xfrm>
          <a:off x="0" y="2050725"/>
          <a:ext cx="6253721" cy="954719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baseline="0"/>
            <a:t>Ошибки при переносе данных</a:t>
          </a:r>
          <a:endParaRPr lang="en-US" sz="2400" kern="1200"/>
        </a:p>
      </dsp:txBody>
      <dsp:txXfrm>
        <a:off x="46606" y="2097331"/>
        <a:ext cx="6160509" cy="861507"/>
      </dsp:txXfrm>
    </dsp:sp>
    <dsp:sp modelId="{787BE7F1-1254-45AF-85CA-E068A33FA84A}">
      <dsp:nvSpPr>
        <dsp:cNvPr id="0" name=""/>
        <dsp:cNvSpPr/>
      </dsp:nvSpPr>
      <dsp:spPr>
        <a:xfrm>
          <a:off x="0" y="3074565"/>
          <a:ext cx="6253721" cy="954719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baseline="0"/>
            <a:t>Нет оперативной статистики посещаемости</a:t>
          </a:r>
          <a:endParaRPr lang="en-US" sz="2400" kern="1200"/>
        </a:p>
      </dsp:txBody>
      <dsp:txXfrm>
        <a:off x="46606" y="3121171"/>
        <a:ext cx="6160509" cy="861507"/>
      </dsp:txXfrm>
    </dsp:sp>
    <dsp:sp modelId="{98A4FD70-94B5-4F5B-9EC8-5F5FEBED905E}">
      <dsp:nvSpPr>
        <dsp:cNvPr id="0" name=""/>
        <dsp:cNvSpPr/>
      </dsp:nvSpPr>
      <dsp:spPr>
        <a:xfrm>
          <a:off x="0" y="4098405"/>
          <a:ext cx="6253721" cy="954719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baseline="0"/>
            <a:t>Нет удобного инструмента для старост и кураторов</a:t>
          </a:r>
          <a:endParaRPr lang="en-US" sz="2400" kern="1200"/>
        </a:p>
      </dsp:txBody>
      <dsp:txXfrm>
        <a:off x="46606" y="4145011"/>
        <a:ext cx="6160509" cy="8615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4864BB-1853-4B2D-B7A2-B4DC5D8EDB81}">
      <dsp:nvSpPr>
        <dsp:cNvPr id="0" name=""/>
        <dsp:cNvSpPr/>
      </dsp:nvSpPr>
      <dsp:spPr>
        <a:xfrm rot="5400000">
          <a:off x="3038081" y="-1159493"/>
          <a:ext cx="689525" cy="318385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900" kern="1200"/>
            <a:t>Данные автоматически подгружаются из JSON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900" kern="1200" dirty="0"/>
            <a:t>Удобный интерфейс с сортировкой</a:t>
          </a:r>
          <a:endParaRPr lang="en-US" sz="900" kern="1200" dirty="0"/>
        </a:p>
      </dsp:txBody>
      <dsp:txXfrm rot="-5400000">
        <a:off x="1790917" y="121331"/>
        <a:ext cx="3150193" cy="622205"/>
      </dsp:txXfrm>
    </dsp:sp>
    <dsp:sp modelId="{6529018B-C90B-423A-A3B5-F133F38E567C}">
      <dsp:nvSpPr>
        <dsp:cNvPr id="0" name=""/>
        <dsp:cNvSpPr/>
      </dsp:nvSpPr>
      <dsp:spPr>
        <a:xfrm>
          <a:off x="0" y="1480"/>
          <a:ext cx="1790917" cy="8619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/>
            <a:t>1. Умная таблица посещаемости</a:t>
          </a:r>
          <a:endParaRPr lang="en-US" sz="1600" kern="1200"/>
        </a:p>
      </dsp:txBody>
      <dsp:txXfrm>
        <a:off x="42075" y="43555"/>
        <a:ext cx="1706767" cy="777756"/>
      </dsp:txXfrm>
    </dsp:sp>
    <dsp:sp modelId="{D4572746-8AFB-4262-BA82-41AE34FBE2E7}">
      <dsp:nvSpPr>
        <dsp:cNvPr id="0" name=""/>
        <dsp:cNvSpPr/>
      </dsp:nvSpPr>
      <dsp:spPr>
        <a:xfrm rot="5400000">
          <a:off x="3038081" y="-254491"/>
          <a:ext cx="689525" cy="318385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900" kern="1200"/>
            <a:t>Полная вкладка расписания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900" kern="1200"/>
            <a:t>Данные подгружаются из JSON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900" kern="1200"/>
            <a:t>Автоматическая привязка предметов, аудиторий и времени</a:t>
          </a:r>
          <a:endParaRPr lang="en-US" sz="900" kern="1200"/>
        </a:p>
      </dsp:txBody>
      <dsp:txXfrm rot="-5400000">
        <a:off x="1790917" y="1026333"/>
        <a:ext cx="3150193" cy="622205"/>
      </dsp:txXfrm>
    </dsp:sp>
    <dsp:sp modelId="{23CC6FE2-0BB1-4E10-99AA-873418E0FA27}">
      <dsp:nvSpPr>
        <dsp:cNvPr id="0" name=""/>
        <dsp:cNvSpPr/>
      </dsp:nvSpPr>
      <dsp:spPr>
        <a:xfrm>
          <a:off x="0" y="906481"/>
          <a:ext cx="1790917" cy="8619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2</a:t>
          </a:r>
          <a:r>
            <a:rPr lang="ru-RU" sz="1600" b="1" kern="1200" dirty="0"/>
            <a:t>. Расписание занятий</a:t>
          </a:r>
          <a:endParaRPr lang="en-US" sz="1600" kern="1200" dirty="0"/>
        </a:p>
      </dsp:txBody>
      <dsp:txXfrm>
        <a:off x="42075" y="948556"/>
        <a:ext cx="1706767" cy="777756"/>
      </dsp:txXfrm>
    </dsp:sp>
    <dsp:sp modelId="{54FF5493-D7CB-4DF4-95C3-BAD97342D9CF}">
      <dsp:nvSpPr>
        <dsp:cNvPr id="0" name=""/>
        <dsp:cNvSpPr/>
      </dsp:nvSpPr>
      <dsp:spPr>
        <a:xfrm rot="5400000">
          <a:off x="3038081" y="650509"/>
          <a:ext cx="689525" cy="318385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900" kern="1200"/>
            <a:t>Студент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900" kern="1200"/>
            <a:t>Староста с расширенными правами:</a:t>
          </a:r>
          <a:endParaRPr lang="en-US" sz="900" kern="120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900" kern="1200"/>
            <a:t>отметка посещаемости за группу</a:t>
          </a:r>
          <a:endParaRPr lang="en-US" sz="900" kern="120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900" kern="1200"/>
            <a:t>доступ к расширенной аналитике</a:t>
          </a:r>
          <a:endParaRPr lang="en-US" sz="900" kern="1200"/>
        </a:p>
      </dsp:txBody>
      <dsp:txXfrm rot="-5400000">
        <a:off x="1790917" y="1931333"/>
        <a:ext cx="3150193" cy="622205"/>
      </dsp:txXfrm>
    </dsp:sp>
    <dsp:sp modelId="{B7DEE0B6-873E-4B8D-8E86-DE8EE6FF8564}">
      <dsp:nvSpPr>
        <dsp:cNvPr id="0" name=""/>
        <dsp:cNvSpPr/>
      </dsp:nvSpPr>
      <dsp:spPr>
        <a:xfrm>
          <a:off x="0" y="1811483"/>
          <a:ext cx="1790917" cy="8619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3</a:t>
          </a:r>
          <a:r>
            <a:rPr lang="ru-RU" sz="1600" b="1" kern="1200" dirty="0"/>
            <a:t>. Роли пользователей</a:t>
          </a:r>
          <a:endParaRPr lang="en-US" sz="1600" kern="1200" dirty="0"/>
        </a:p>
      </dsp:txBody>
      <dsp:txXfrm>
        <a:off x="42075" y="1853558"/>
        <a:ext cx="1706767" cy="777756"/>
      </dsp:txXfrm>
    </dsp:sp>
    <dsp:sp modelId="{0D09F081-599A-4573-83AC-477E77B220FA}">
      <dsp:nvSpPr>
        <dsp:cNvPr id="0" name=""/>
        <dsp:cNvSpPr/>
      </dsp:nvSpPr>
      <dsp:spPr>
        <a:xfrm rot="5400000">
          <a:off x="3038081" y="1555511"/>
          <a:ext cx="689525" cy="318385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900" kern="1200"/>
            <a:t>Статистика по группам, занятиям и студентам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900" kern="1200"/>
            <a:t>Анализ динамики посещаемости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900" kern="1200" dirty="0"/>
            <a:t>Формирование отчётов (будет расширено)</a:t>
          </a:r>
          <a:endParaRPr lang="en-US" sz="900" kern="1200" dirty="0"/>
        </a:p>
      </dsp:txBody>
      <dsp:txXfrm rot="-5400000">
        <a:off x="1790917" y="2836335"/>
        <a:ext cx="3150193" cy="622205"/>
      </dsp:txXfrm>
    </dsp:sp>
    <dsp:sp modelId="{1DA88A5C-487D-46F7-8AC3-940747013FF7}">
      <dsp:nvSpPr>
        <dsp:cNvPr id="0" name=""/>
        <dsp:cNvSpPr/>
      </dsp:nvSpPr>
      <dsp:spPr>
        <a:xfrm>
          <a:off x="0" y="2716485"/>
          <a:ext cx="1790917" cy="8619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4</a:t>
          </a:r>
          <a:r>
            <a:rPr lang="ru-RU" sz="1600" b="1" kern="1200" dirty="0"/>
            <a:t>. Аналитика посещаемости</a:t>
          </a:r>
          <a:endParaRPr lang="en-US" sz="1600" kern="1200" dirty="0"/>
        </a:p>
      </dsp:txBody>
      <dsp:txXfrm>
        <a:off x="42075" y="2758560"/>
        <a:ext cx="1706767" cy="777756"/>
      </dsp:txXfrm>
    </dsp:sp>
    <dsp:sp modelId="{D2A55FEA-7733-480D-985E-A691A77D7494}">
      <dsp:nvSpPr>
        <dsp:cNvPr id="0" name=""/>
        <dsp:cNvSpPr/>
      </dsp:nvSpPr>
      <dsp:spPr>
        <a:xfrm rot="5400000">
          <a:off x="3038081" y="2460513"/>
          <a:ext cx="689525" cy="318385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900" kern="1200"/>
            <a:t>Выгрузка статистики в </a:t>
          </a:r>
          <a:r>
            <a:rPr lang="ru-RU" sz="900" b="1" kern="1200"/>
            <a:t>Excel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900" kern="1200"/>
            <a:t>Генерация отчётов в </a:t>
          </a:r>
          <a:r>
            <a:rPr lang="ru-RU" sz="900" b="1" kern="1200"/>
            <a:t>PDF</a:t>
          </a:r>
          <a:endParaRPr lang="en-US" sz="900" kern="1200"/>
        </a:p>
      </dsp:txBody>
      <dsp:txXfrm rot="-5400000">
        <a:off x="1790917" y="3741337"/>
        <a:ext cx="3150193" cy="622205"/>
      </dsp:txXfrm>
    </dsp:sp>
    <dsp:sp modelId="{7979F611-97E9-48A9-9860-AF9FC648EDDB}">
      <dsp:nvSpPr>
        <dsp:cNvPr id="0" name=""/>
        <dsp:cNvSpPr/>
      </dsp:nvSpPr>
      <dsp:spPr>
        <a:xfrm>
          <a:off x="0" y="3621486"/>
          <a:ext cx="1790917" cy="8619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5</a:t>
          </a:r>
          <a:r>
            <a:rPr lang="ru-RU" sz="1600" b="1" kern="1200" dirty="0"/>
            <a:t>. Экспорт данных</a:t>
          </a:r>
          <a:endParaRPr lang="en-US" sz="1600" kern="1200" dirty="0"/>
        </a:p>
      </dsp:txBody>
      <dsp:txXfrm>
        <a:off x="42075" y="3663561"/>
        <a:ext cx="1706767" cy="777756"/>
      </dsp:txXfrm>
    </dsp:sp>
    <dsp:sp modelId="{2EBBC523-9DA7-4295-A912-5FB5CB4FC234}">
      <dsp:nvSpPr>
        <dsp:cNvPr id="0" name=""/>
        <dsp:cNvSpPr/>
      </dsp:nvSpPr>
      <dsp:spPr>
        <a:xfrm rot="5400000">
          <a:off x="3038081" y="3365514"/>
          <a:ext cx="689525" cy="318385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900" kern="1200"/>
            <a:t>Импорт данных из университетских порталов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900" kern="1200"/>
            <a:t>Синхронизация расписания</a:t>
          </a:r>
          <a:endParaRPr lang="en-US" sz="900" kern="1200"/>
        </a:p>
      </dsp:txBody>
      <dsp:txXfrm rot="-5400000">
        <a:off x="1790917" y="4646338"/>
        <a:ext cx="3150193" cy="622205"/>
      </dsp:txXfrm>
    </dsp:sp>
    <dsp:sp modelId="{52FC8B9A-EF4C-48E8-9D1E-38B38E57BD58}">
      <dsp:nvSpPr>
        <dsp:cNvPr id="0" name=""/>
        <dsp:cNvSpPr/>
      </dsp:nvSpPr>
      <dsp:spPr>
        <a:xfrm>
          <a:off x="0" y="4526488"/>
          <a:ext cx="1790917" cy="8619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6</a:t>
          </a:r>
          <a:r>
            <a:rPr lang="ru-RU" sz="1600" b="1" kern="1200" dirty="0"/>
            <a:t>. Интеграции</a:t>
          </a:r>
          <a:endParaRPr lang="en-US" sz="1600" kern="1200" dirty="0"/>
        </a:p>
      </dsp:txBody>
      <dsp:txXfrm>
        <a:off x="42075" y="4568563"/>
        <a:ext cx="1706767" cy="7777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AB7C25-A7BE-4B5F-8329-F84822FA30F6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1816D5-AB17-4E55-89E5-A7CE713AD7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263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1816D5-AB17-4E55-89E5-A7CE713AD73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9653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1F49D4-7901-8F31-1A8F-712DF91AA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760B102-C0DD-56BB-EC00-A7312FCA96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A7FA3C-08DB-0DCD-78D5-39834AD60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92AD-2167-466F-8EBE-2ABF792A081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BCA7D6-1BA8-0238-5448-E7DCA3182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EFCF62-7294-DEB8-7705-4E5CB667D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969A7-01B5-4839-B921-EBD3123A8A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428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63190D-A152-A5FC-B227-B61BF85CB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43430F-9099-937B-DAF3-4F4C4E2C8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D5304E-42C3-FF5E-3F94-69B5ABE5F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92AD-2167-466F-8EBE-2ABF792A081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26677F-1F6D-170A-46F3-7F0F62F76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CC34BA-7378-5B0A-FF75-B48FA92F4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969A7-01B5-4839-B921-EBD3123A8A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4371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40E875-D19E-1A08-487A-38503E37D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CE42B1-701A-7067-E312-15D5E9D4B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AE9FC1-B445-6C27-62F3-CBDDB5E41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92AD-2167-466F-8EBE-2ABF792A081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76B6F7-C559-2A28-4EC0-7A8D580EF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D76780-1F12-3922-7412-FED08A865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969A7-01B5-4839-B921-EBD3123A8A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2705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CABC1D-5DAE-AE8F-13E5-14F44EC5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7AEAAC-AB0D-E472-57C5-55DE8543B1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2854817-4016-6B6D-38B9-0EC208663C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F23439-11C2-4A40-AD37-F30E99EAB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92AD-2167-466F-8EBE-2ABF792A081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8CDF54-371D-F02D-2DDD-710D1DDD5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6D73482-9E7A-EB53-6BC2-BBBC4862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969A7-01B5-4839-B921-EBD3123A8A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2989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531F30-639D-3E4C-4D3D-E205EA98A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65E00A-E824-5E97-B6E2-01BEBD6A9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914D533-A903-AACB-BF2D-6F80EA85C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2A4CEAC-FA03-9D37-C049-8A33DC4FA4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38EE806-FE54-6A8C-7CD5-016D7CAF68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4F01F4C-3FA9-3FEA-7ADD-653AF1A44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92AD-2167-466F-8EBE-2ABF792A081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7D1F485-2A16-3A0D-306F-FA93B22B5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6FC67B8-C2E3-1096-1803-D3AC3B06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969A7-01B5-4839-B921-EBD3123A8A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27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848618-CE70-BA65-DE7D-E8DE730E6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09E3F22-5B12-A9F0-436D-91BE88A13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92AD-2167-466F-8EBE-2ABF792A081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24FC3C2-A67D-1D80-475C-D1777A998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5CD2AEB-E180-AE10-E516-FB34F115A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969A7-01B5-4839-B921-EBD3123A8A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3199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85555F8-F81B-48A9-0F34-5A7BDA0B1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92AD-2167-466F-8EBE-2ABF792A081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11B8699-640C-C2B1-9678-353D7CD2D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4AD53FC-2439-3D01-4C33-25B9AC471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969A7-01B5-4839-B921-EBD3123A8A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3729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13425F-94EE-719D-9FA3-80841B030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A157AB-2032-51E0-CF3C-57E385206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E6FA835-85EA-4169-F891-B2B99EBEDB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F3005F-A99A-15E9-789D-D2CB37F7E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92AD-2167-466F-8EBE-2ABF792A081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73D4B59-18B8-5C3E-349F-5B92C9149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332B23-8F87-FBE6-7C5E-FB063F7F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969A7-01B5-4839-B921-EBD3123A8A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2090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3E498E-B1D5-27A7-C1AE-F477D0F72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92D227-D597-8BB6-A55E-4815C75594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EBD277A-D33F-3E71-A22B-9ECCF0F42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C65CDB-2E2A-CEBA-B785-E9617C5DA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92AD-2167-466F-8EBE-2ABF792A081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752595-EFBA-330A-9EDE-DF3ABD3B8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56DC8F-C60B-D989-39FE-9B4387F99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969A7-01B5-4839-B921-EBD3123A8A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1105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296951-1A54-CACA-7DF3-9818C4DA8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746879-78E9-B320-4902-2E05FF13F5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692266-386B-6479-7FF0-EE66A78F6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92AD-2167-466F-8EBE-2ABF792A081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8F3F6D-917B-9A9C-183D-298A774A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CD3678-1281-A6DE-B679-F17176B77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969A7-01B5-4839-B921-EBD3123A8A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986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C44853B-7527-77E6-FEAA-4534370DB4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B780009-35F8-8FE1-03BE-0FFD92A177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67B4BC-48FE-6730-BC2E-D79918FB6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92AD-2167-466F-8EBE-2ABF792A081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EA5231-A28F-B0F5-D040-3FE515C0E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572F25-C855-EC2D-C22A-E97E3A351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969A7-01B5-4839-B921-EBD3123A8A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025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8D7E6E-2E01-BDA8-27E4-77EB58373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26C48F-0F01-832A-A9A1-68A2BD935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18E675-29A4-B66E-30B6-1656168EDD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4492AD-2167-466F-8EBE-2ABF792A081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738934-4A57-57BC-B19C-CDF480102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DC7032-A924-B745-C5DC-7E39514212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5969A7-01B5-4839-B921-EBD3123A8A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7673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DEB5F14-5014-49D1-B590-9E2B7721C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3D2B953D-3D65-4BA7-80E6-139390790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0604" y="147284"/>
            <a:ext cx="4314573" cy="431457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Graphic 212">
            <a:extLst>
              <a:ext uri="{FF2B5EF4-FFF2-40B4-BE49-F238E27FC236}">
                <a16:creationId xmlns:a16="http://schemas.microsoft.com/office/drawing/2014/main" id="{4CA0A0B8-0ABD-4C1D-8BDE-4D94C94FD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05044" y="54194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6" name="Graphic 212">
            <a:extLst>
              <a:ext uri="{FF2B5EF4-FFF2-40B4-BE49-F238E27FC236}">
                <a16:creationId xmlns:a16="http://schemas.microsoft.com/office/drawing/2014/main" id="{FF2923AC-40BC-4610-B6BD-AECABAF6D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05044" y="54194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8A188E6-9899-40AA-9648-7B9BEAF52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881974" y="1174396"/>
            <a:ext cx="5290997" cy="5290997"/>
            <a:chOff x="1881974" y="1174396"/>
            <a:chExt cx="5290997" cy="5290997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F10D3957-AAB5-4037-A58C-20FF0E226B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B4478242-FDA7-48D1-A53E-3E0EDB2A71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2" name="Oval 81">
            <a:extLst>
              <a:ext uri="{FF2B5EF4-FFF2-40B4-BE49-F238E27FC236}">
                <a16:creationId xmlns:a16="http://schemas.microsoft.com/office/drawing/2014/main" id="{F47059C0-3CD3-44C5-9FBC-C5CEA6D94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2254" y="1065353"/>
            <a:ext cx="5290997" cy="529099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8856C7-D5E4-9117-0CBF-9D88AB80F4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42763" y="1893347"/>
            <a:ext cx="4079551" cy="2877632"/>
          </a:xfrm>
        </p:spPr>
        <p:txBody>
          <a:bodyPr>
            <a:normAutofit/>
          </a:bodyPr>
          <a:lstStyle/>
          <a:p>
            <a:r>
              <a:rPr lang="ru-RU" sz="3000" b="1">
                <a:solidFill>
                  <a:schemeClr val="bg1"/>
                </a:solidFill>
              </a:rPr>
              <a:t>UniAttend</a:t>
            </a:r>
            <a:br>
              <a:rPr lang="ru-RU" sz="3000">
                <a:solidFill>
                  <a:schemeClr val="bg1"/>
                </a:solidFill>
              </a:rPr>
            </a:br>
            <a:r>
              <a:rPr lang="ru-RU" sz="3000" b="1">
                <a:solidFill>
                  <a:schemeClr val="bg1"/>
                </a:solidFill>
              </a:rPr>
              <a:t>Система автоматизированного учёта посещаемости студентов</a:t>
            </a:r>
            <a:endParaRPr lang="ru-RU" sz="3000">
              <a:solidFill>
                <a:schemeClr val="bg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1ED328-1280-5BCB-491F-D2C5B96D7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42763" y="4863054"/>
            <a:ext cx="4079551" cy="811604"/>
          </a:xfrm>
        </p:spPr>
        <p:txBody>
          <a:bodyPr>
            <a:normAutofit/>
          </a:bodyPr>
          <a:lstStyle/>
          <a:p>
            <a:r>
              <a:rPr lang="ru-RU" sz="1700">
                <a:solidFill>
                  <a:schemeClr val="bg1"/>
                </a:solidFill>
              </a:rPr>
              <a:t>Современное решение для цифровизации учебного процесса в высших учебных заведениях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8A6A50F-EF16-474F-9BD1-2D663EBEA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65353"/>
            <a:ext cx="1861854" cy="717514"/>
            <a:chOff x="0" y="1065353"/>
            <a:chExt cx="1861854" cy="717514"/>
          </a:xfrm>
          <a:solidFill>
            <a:schemeClr val="bg1"/>
          </a:solidFill>
        </p:grpSpPr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1AA37927-0235-4A56-8680-D7B367160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06535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0D5F1B50-7A4C-4505-93E5-35FB751467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50508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7438826-2438-44F7-ECCB-F171E18C3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7500" y="1888752"/>
            <a:ext cx="2560781" cy="831636"/>
          </a:xfrm>
          <a:prstGeom prst="rect">
            <a:avLst/>
          </a:prstGeom>
        </p:spPr>
      </p:pic>
      <p:grpSp>
        <p:nvGrpSpPr>
          <p:cNvPr id="88" name="Graphic 185">
            <a:extLst>
              <a:ext uri="{FF2B5EF4-FFF2-40B4-BE49-F238E27FC236}">
                <a16:creationId xmlns:a16="http://schemas.microsoft.com/office/drawing/2014/main" id="{4717BE92-F93B-41D0-A644-64F6E524C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76418" y="4140693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5CA26306-9FAA-4D01-957F-3E9B25A25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0A458C4D-E6E4-42CA-BC7C-301BFBAA7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0CDA802E-5743-4261-84A2-D9D8F19A3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8FCFC560-017D-4F70-ADE9-00A770915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365F55DD-D975-452E-9674-461DBDBDEC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5" name="Oval 94">
            <a:extLst>
              <a:ext uri="{FF2B5EF4-FFF2-40B4-BE49-F238E27FC236}">
                <a16:creationId xmlns:a16="http://schemas.microsoft.com/office/drawing/2014/main" id="{D245B05D-DA60-40E2-8A0A-B078C91D7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5735" y="4917084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401FD61C-FC3A-43C0-9641-28B0C1A54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5735" y="4917084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829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9C3E8-C75B-DD9C-42B7-27BD9845A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521" y="396117"/>
            <a:ext cx="5217172" cy="1158857"/>
          </a:xfrm>
        </p:spPr>
        <p:txBody>
          <a:bodyPr anchor="b">
            <a:normAutofit/>
          </a:bodyPr>
          <a:lstStyle/>
          <a:p>
            <a:r>
              <a:rPr lang="ru-RU">
                <a:solidFill>
                  <a:schemeClr val="bg1"/>
                </a:solidFill>
              </a:rPr>
              <a:t>Команда </a:t>
            </a:r>
            <a:r>
              <a:rPr lang="en-US">
                <a:solidFill>
                  <a:schemeClr val="bg1"/>
                </a:solidFill>
              </a:rPr>
              <a:t>“</a:t>
            </a:r>
            <a:r>
              <a:rPr lang="ru-RU">
                <a:solidFill>
                  <a:schemeClr val="bg1"/>
                </a:solidFill>
              </a:rPr>
              <a:t>Опята</a:t>
            </a:r>
            <a:r>
              <a:rPr lang="en-US">
                <a:solidFill>
                  <a:schemeClr val="bg1"/>
                </a:solidFill>
              </a:rPr>
              <a:t>”</a:t>
            </a:r>
            <a:endParaRPr lang="ru-RU">
              <a:solidFill>
                <a:schemeClr val="bg1"/>
              </a:solidFill>
            </a:endParaRPr>
          </a:p>
        </p:txBody>
      </p:sp>
      <p:sp>
        <p:nvSpPr>
          <p:cNvPr id="1033" name="Graphic 212">
            <a:extLst>
              <a:ext uri="{FF2B5EF4-FFF2-40B4-BE49-F238E27FC236}">
                <a16:creationId xmlns:a16="http://schemas.microsoft.com/office/drawing/2014/main" id="{52D7FCC1-2D52-49CE-A986-EE6E0CA64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1258" y="619275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35" name="Graphic 212">
            <a:extLst>
              <a:ext uri="{FF2B5EF4-FFF2-40B4-BE49-F238E27FC236}">
                <a16:creationId xmlns:a16="http://schemas.microsoft.com/office/drawing/2014/main" id="{28C3CACD-E5A7-4AAC-AE47-75CF7D30F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1258" y="619275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3A35C15A-135A-4FD3-BA11-A046CFA39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91531" y="1226111"/>
            <a:ext cx="1598829" cy="531293"/>
            <a:chOff x="6491531" y="1420258"/>
            <a:chExt cx="1598829" cy="531293"/>
          </a:xfrm>
          <a:solidFill>
            <a:schemeClr val="bg1"/>
          </a:solidFill>
        </p:grpSpPr>
        <p:grpSp>
          <p:nvGrpSpPr>
            <p:cNvPr id="1038" name="Graphic 190">
              <a:extLst>
                <a:ext uri="{FF2B5EF4-FFF2-40B4-BE49-F238E27FC236}">
                  <a16:creationId xmlns:a16="http://schemas.microsoft.com/office/drawing/2014/main" id="{61E65A99-85A2-448D-AA1F-7690BD01A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A127EC05-3250-408F-8F9F-A73F8B9B1D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E6D9B8D4-23BB-4CD2-A0FF-95423AFEB0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39" name="Graphic 190">
              <a:extLst>
                <a:ext uri="{FF2B5EF4-FFF2-40B4-BE49-F238E27FC236}">
                  <a16:creationId xmlns:a16="http://schemas.microsoft.com/office/drawing/2014/main" id="{91DC38B0-ED19-4BAC-A009-485461F23D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1A2C10C3-E625-41E2-8047-2AE4A87F33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0F0340A9-BD8A-4ABB-9AC1-7A14DF22EE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pic>
        <p:nvPicPr>
          <p:cNvPr id="1026" name="Picture 2" descr="Опенок луговой на древесном носителе l Русские Семена - интернет-магазин.">
            <a:extLst>
              <a:ext uri="{FF2B5EF4-FFF2-40B4-BE49-F238E27FC236}">
                <a16:creationId xmlns:a16="http://schemas.microsoft.com/office/drawing/2014/main" id="{5AB069EE-BEF9-FCF4-196F-7FAD1FFB4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53021" y="2251393"/>
            <a:ext cx="3555043" cy="235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03AF83E4-4DE2-499C-9F36-0279E7E4F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154385" y="4452524"/>
            <a:ext cx="1443404" cy="1443428"/>
            <a:chOff x="10154385" y="4452524"/>
            <a:chExt cx="1443404" cy="1443428"/>
          </a:xfrm>
          <a:solidFill>
            <a:schemeClr val="bg1"/>
          </a:solidFill>
        </p:grpSpPr>
        <p:grpSp>
          <p:nvGrpSpPr>
            <p:cNvPr id="1046" name="Graphic 4">
              <a:extLst>
                <a:ext uri="{FF2B5EF4-FFF2-40B4-BE49-F238E27FC236}">
                  <a16:creationId xmlns:a16="http://schemas.microsoft.com/office/drawing/2014/main" id="{0B09EB4D-4323-43F4-9970-42885A83A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BA9C6284-1137-47FE-9471-23CA824947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A00A6D3C-23F9-41D9-B891-14D8E2E98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8F8D96F5-1ED7-4891-8D8B-A24E72DA7C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0E9A3A72-EC37-423D-B309-A6487A86C7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EBE630AB-13C0-44A2-80CA-C07483E934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B7768337-3D65-4FE5-8E1A-D79219E0AF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968E4331-550E-4929-ACE8-D2ED2D6EA3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768D8817-CAEE-45BB-820E-A67C68D480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350A8C31-0139-4ABD-967A-139738E88F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9855AEE1-1C1C-4832-8B4C-042F59E029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A41C5A32-BD0A-4457-9CF7-97467FA2B7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93C14A20-2E3C-49F8-AF55-C384FEB955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DB167719-0D82-4ABF-9BC8-B073A84741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660582DE-E250-4561-9298-E4FADEB90F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20B635A-6E81-4D8A-98A3-141E57A6FF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3909A0ED-D070-4792-A2EE-CCEB6BA63C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4619A19C-3B55-4085-8668-458999628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87D16772-2B59-486E-BE47-65D591C088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1D6A06B8-1E4A-497F-B977-F78E5D7D00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55BC53AD-5249-4FB1-AB74-3F71AAEB5A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36F8561A-874A-48BB-BCC2-07F002ED4F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BA6B1B8F-9695-447F-BF2F-9010D40A07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454192F9-26C5-4212-BA60-CADA662AFE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BFBDA013-4858-422E-AE7A-614BF71FB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42BA261C-0C75-431D-9FD5-2C3AA241BE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0F8709D9-2655-4A39-9228-BCFCBF4122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9653F80B-5CF7-45EF-889B-FD0AAF4835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2A1DA86A-7442-4897-88A4-EDD18A01C5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39623279-A4CE-49AC-B5FA-CD224324BE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B9D8B4D-1BE5-4CD9-A592-D0D3D76911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769A47A3-F5B7-4BF0-B920-21A62F96F7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6E5DCDE9-48A4-41BA-987D-CC72C62B36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0F51F840-3DBF-444E-BC79-718416C51D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2DFD2B64-98D0-4E59-AE1F-693872F36D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CF09CB65-8B7E-426C-A3FE-DD20196FCB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43149294-A5BC-4E62-A167-3CD55E05B3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DB99FCDF-C9A0-40F7-ABDE-7247B2238D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0CE59751-EC07-43C1-A5F5-AF5D30EBBE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4573CCF2-67F2-4BD1-A01C-1D064B908F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1C60C662-612D-485A-A50D-E938C6E499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0048F63C-A2BB-4D89-9649-91EC2045C0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1C29F96C-43D4-4F0F-A76D-4CED9C610C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B660107F-776B-455F-AC78-225F21B81D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EB1DB332-7265-477D-9A04-EDB3799DEA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EBBEFE2D-1654-40D8-A838-45728A1683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190211E2-64DF-4171-811B-B8A0CD87B9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5F7CDCE8-8B48-4859-BDFE-FCB7BC6F58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B770A8C4-614E-4295-A937-718CC61B25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A699ADB6-675C-44B0-B96E-EDD7AC1F96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64875E98-2AA1-4001-90EA-2F3D9E017E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5BEC7219-356F-4141-B57B-8BCD85BF77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564D4AAB-BB2C-4A77-BB45-94EEC66CD7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CE9CF29A-81CA-4A03-8B04-55F5668826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52FEFF22-7798-4730-9C0B-EC7EAFCD01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00149276-D167-4D2B-93F1-FD2958302B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E7DC22D5-A39C-4789-A952-D891488772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7BA51EF1-15F0-4193-AB83-F8C8A64D62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3FB75ADB-F020-4C56-91C6-9AB4629855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DBCE5CDF-BBF6-4E67-8CCE-9482D7EB4F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2138BABC-E51C-4F80-972E-CF44385C16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6B0C850-272E-4B08-8779-B872DCAA37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2EEE54AF-B9C2-494D-9E02-2F67FEF7A2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D21349A4-F7C9-492C-A658-EA9F7538B6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D88D1ED8-AC07-4621-9933-E10CE61220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6FD21FCD-1DA9-45C2-9AB5-548EE0E6E6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8BDD8CA-1442-470F-A5D3-FC8A87A103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3B8DF094-690E-4C13-8284-7A7C97441A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FE0B926C-A114-444D-BA51-FECE28B03C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00BDE6CC-5F54-4752-ACC4-E3BCF2BEEA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E28F857-CCD8-4222-84C0-A0B415E7BD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CD2687E0-0214-44E6-8BB1-34F6B7BA89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7F1236AA-FC17-487E-83B1-D71BCB2A87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623384AA-72EF-4BCF-9137-1944405836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1BD81D1B-2270-4FBE-B437-F0DBB8DDFF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6411E268-F8CA-4C78-82ED-DDCF28B0BE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D48F8732-5205-4843-A2EB-3E0EB18F9F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DC5966DA-8E1A-43FF-A1A4-C6879B4564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E3BEFD3E-662F-4B38-859E-093A14241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06C52F63-F17B-4356-A3AE-9707D93D29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85706A28-0822-4064-AD3E-2A1F4E1C9E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348A813F-1672-44DB-A207-F3494E7C28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6FC8AEBA-4BD5-4BB0-B004-A8B06B6A41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71ED8D8F-0325-426C-9257-1A5048211F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0FF054DF-85C2-466A-9D64-EB6D95AA82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2D01FA60-E77D-41EE-8228-CFB979E3D5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AC8D6F02-E0C8-4EF5-9D41-E75C16C16E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BD111AAF-4EE4-4A89-84D2-4201F035D7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E8F4C133-3F54-4715-A7D6-4261B9A998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0BAA2E6B-E393-45EA-8AE6-A775AA69CC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DB4F953-9FE8-4B8D-A62B-CB20A7037A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9D918AF2-85FB-436F-99DB-622B076646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1F078C58-0893-4D64-B685-BCB70CAC62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AEDA3784-7618-477C-A8B0-36FA393D64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0AC49727-CA00-439E-82D4-B446B78965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6B67B441-65C8-4A53-968B-C56CB40867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94CEDDB5-CC85-4A9E-A73C-85D7B714FA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80BF7883-770D-4CA2-BE01-C5F4B102B9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7DF07BC6-9560-430C-86FA-AFA6F7DF09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B085920-7744-44C8-AF91-D2F16C997D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22308C0A-08FC-4AAA-87B2-1E57033E4A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AB727BDA-993C-4BB5-8CED-8D50C55F7A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1BB192D1-56DC-4342-911C-7D80A9084D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337ADC5A-E225-4E91-B940-2DD15330E7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0D170CF5-349D-4588-8AD3-373D47A4EC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297A6982-5B80-4376-A9D2-C11E9B0843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0B14F779-546D-4011-8459-2E8E34C505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35AE6943-22C6-405D-A071-F8EC29DAB0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2464DBFD-1DA1-456F-8427-CF66CD4C8D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C9CA1114-00C4-448B-BF9A-9D70C709B0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2101A885-A4A8-4AFE-9905-E510D58C84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661E165D-4826-43AD-AD75-1C965A71A0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C1F2231A-5945-44AF-95E4-6D14529C86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1998F14A-698C-4220-92B8-2EC10C3561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496E0BBF-D595-4DAE-91C6-4EB179C693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E31F1BC0-CB0A-4386-BE5E-7972AFB050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B1575BDE-4CFA-4FAD-9F64-692A6DBFF5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9D32D2E3-5D5B-4751-A477-A26860AC17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92009233-25F1-4029-B170-318CBBA005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CCBFA5E5-8384-4D58-BD73-BA36E23E80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3ACBBAC3-185E-4C28-81AB-C9BE2A88DE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225AF996-F3FB-4AF2-B954-BDF79069E7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E10B0127-17D3-4B62-8708-9558A79455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A36A9D1B-B750-446F-99FF-E3280E32AD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C078DB92-DE53-4BEC-BBD4-B5966EAA16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7334AD7D-F850-4E92-89F9-49EE6E3AA7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4D983A3-96A9-4BB8-90D5-93B0E625F8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43A1FFE3-BB5F-4455-B23F-DA56AE791E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C34E69E0-4115-4CAA-86FB-1D5A8830D9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E5707C7C-BEB2-4920-9D44-8AF218FFBF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D95D2E5E-6D1E-43FC-A231-E28A08296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DB511D52-FE0D-4F8D-AC2F-6806904C67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E4D31CC7-D38B-4566-A6F9-5CB84EEAAD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48116577-FA2A-434D-83D4-213A1497D2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02288414-AA9B-4065-A506-AE5ED2ABC5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92EAF5E5-70A0-4FE6-B906-6BCF9C49F7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3DA12971-2CD2-4DE8-8B05-8B11B5614B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B9486073-CABC-45A3-B442-5959E5CE6D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3EEB7953-85A2-4391-931C-CE88AC0532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1BF2EBC9-4A08-4A35-8C75-15E51BA0AB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86BEF1-7F1A-40F6-BC3F-24221ACECC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5D2D2281-DA3F-41A6-B56E-2EE507826A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B1EBA419-056B-478C-A25C-B349F4DDD9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3DE38383-61B3-4E4E-B781-1C7DA04D65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F62AD048-154B-4830-A46F-263BA35AA7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636A730F-15EE-440C-84B5-0541AE9546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31AF286F-6D0E-447F-B4D1-24729E0D62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36F64061-98E4-477D-BABF-CC6BA8D676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C601616-D38B-4ED2-BD55-F5AEA36AB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E0593B16-48EE-41A8-B4AF-E03A74CBB8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26B2406B-8A3A-4381-8D69-1178F16C4D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DF1F792D-BA16-4D8F-99C3-E5E6959A51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AA77D5AF-6FFE-4577-BC40-BA19023071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08F16A01-2EE8-4E4F-83CD-2000577D1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18ACB7FF-8D64-44A2-8571-7DB441D97E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E15E0D81-20B6-4D4C-9B7C-4D5A01B6AA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8F687395-0ADA-4504-B6D0-D55493AB66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94D99C3F-4701-403D-A69E-EE345B0E41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0C6D9CF1-A535-4742-B2CF-B61ADC55ED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E9EB265F-CF4E-4485-88F1-AE3CE1BE37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9B354D37-6517-4AF4-8195-9A7B43D20C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2A3087FA-3C5B-4898-9FE2-633DAA0B74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8D7AB32-147E-4110-ABBE-7F1FB68942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542ED17E-A6FC-4BC6-B7FE-EF9BC5B151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4610CFBC-B173-4CBE-BBD7-7E859FCAB0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7578019C-8AAF-4A81-84C4-155EB43FAF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6936191-0661-4BD8-9A61-D00FAC97DF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F7BC1D8F-F88B-4A19-B640-8DCC739927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47D77817-943A-4D8A-82EE-C309FC9FF0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BF86E220-D031-40B7-B3A2-0C723E3A91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47" name="Graphic 4">
              <a:extLst>
                <a:ext uri="{FF2B5EF4-FFF2-40B4-BE49-F238E27FC236}">
                  <a16:creationId xmlns:a16="http://schemas.microsoft.com/office/drawing/2014/main" id="{226E1D80-1BFB-4A13-8F3C-94D54398C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DCC1C21-CB11-4506-90E4-37DCD97AFC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68177170-8FD3-4752-B1DB-0186ADF9B1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CAA5FB4-9073-4612-99F5-95E1C6D067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DE021324-18DD-4114-8992-9652707C16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6ECBC33B-D8EB-4804-9EA3-57C07B57C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D03927C7-0E45-4B61-844A-4A626FDF6A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AC6AF6E8-E748-47F7-B35C-567D5FBA6C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1EC671E5-B299-470C-9C7A-A50106E51B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7410EBDF-623D-41EF-82A4-9FB938A7B6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B6F866F8-B429-471B-9C2B-051BDCBAFE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883B4FBD-06C8-4D5D-B0D9-755E4CD1AA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DE3FD149-0B2F-4DA0-9721-59B9FEE8E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4D26DB48-036E-4616-BA8B-C606A7B58B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8D6F6275-06AB-4316-B8C4-927E53487C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8E8CABF3-9C76-46A0-8DE9-F055C94A93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01A12ED9-6299-4ABD-9827-DD52FE22B2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C0ADA37A-E396-4F92-AB19-D6994E0DD5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6A96001A-BD0F-4CF9-A22B-545ED4F863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BD9ACB13-4C6C-4347-9F65-1309B33A1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1F17BE4A-72F8-4529-8558-E62103AEA7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806708C3-D03F-4605-8C6F-AE8EDA0838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D520ADFA-68AE-4CE4-913A-F070A2817D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3C6C63AD-C87A-403E-ADB5-4EDD034438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9370EAC6-89F0-4826-90D1-E55C33447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1FB61DD4-AB7B-417A-AE96-B1D9CBAC10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B4AD18D2-11BA-4192-9845-206C033F3E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85892E2D-483A-4C0A-87C7-6FFA2EB5E2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A4037ACD-005D-4907-942F-D565AF6C83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AA8FD84E-39BE-456B-84C5-E03698AAC9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B2FC47C2-6EF5-4D17-8703-527F28609C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DD29BC8A-00E1-481E-8BA4-1AA7F4AA12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5AF6ABE5-726A-495B-A832-3851CB9115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F8E250A7-0600-440B-BEBC-61B2D4D7B1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CC36BEB1-881D-4496-AD7F-1CC4B46FA5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371DFE25-AF37-409C-B032-5F47D7150F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AF97A7-FC44-49BF-ABD1-59DB48B898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3939D792-9C64-48CF-8607-C7873A563A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2F69E48F-45D8-4A8A-A101-5DF775A539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EE47C3F3-8AC5-414F-8E20-25DA306C55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F09CB222-24C1-414A-B56E-EA3617D05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7FC26844-A93E-4C55-8619-F58615B4A2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3EA8BA8A-4848-4084-A841-501CECF285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34BC148C-3116-4C75-89DF-2BF348429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91F3F7CB-7B69-49A3-A09E-D206488312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58072F8C-2347-472F-9D9A-F5511BA401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322C76E0-8D4F-4788-9856-B1AB15B209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63A9EC23-E263-4098-AC45-E628E1A297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B72211D0-3733-443C-999F-6CE736381C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CEC069AD-6364-4585-A8F1-931648A1BF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39361719-49F1-40E3-9ABA-2FE9D78364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737F2D47-03EF-4AE6-ABB9-36506DF5A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2554F257-3BD2-493C-A5F1-FCC2C64C35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4D297D55-4523-4CE1-9A0F-3EA6B27F79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605D1D96-783B-407F-BF8C-B0773589EB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5D03B3C-A55A-4738-A6FF-8F2DA5B99E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D41CE56E-C4C8-427A-9E82-C1EEF78E84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72359086-D108-47DE-B6EA-0BEE1835D7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6FA49818-F2EA-427C-B93C-15E320DA1B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E435C1E1-0D80-4B30-8CAC-C6EDE1DE7B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30FCB137-01B0-4770-AFC3-003DF7897D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7D03298B-8D34-487C-9DF0-DB9AC83071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4698B28F-FFEF-44BA-B657-E59F80990F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900A4B40-BCFB-46E4-AE4F-FCC5C65091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914CE6AE-7FAB-4A5D-8EA2-861CAF598A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FF0F3D4A-D39F-48EE-934D-C73834DC56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09B630BB-5848-4C72-9F5A-FC8EBE7A6B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F662A334-5814-480B-861F-17661B60F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DC0FC730-550F-42A2-AE79-EEA30B11C7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03054F4A-43DC-46A1-89D0-87DA8F3157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5F66EF36-2C9F-49B2-B972-1BA82C8F36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47955EF8-6501-4579-B85F-DE5C0815FF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E0BA4174-EBEB-40DA-8B1D-6A7851E38C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50512C7C-98D6-45AD-8CA4-1BEB01262D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416CB557-0CE9-4015-A920-C6766A0664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5EA7B3B4-3BF2-4B69-B300-5D86CCB0A0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D887DF00-5D34-4A8B-9A84-C40D336238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EADE921C-83B0-4521-916F-E7EC5CFDAD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CEDA6FA-EB55-47AE-A005-BF546085C1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9DAC0C40-EF50-4632-B781-ACDAE95AF3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582AAB43-E3D9-4272-8809-5F70B30206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28C7D300-E0BD-4C12-92B1-0801266F02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CCA3ED35-2344-4402-B61B-3932E69457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949146BF-06FF-41BB-BDD3-B80BABB3AA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393A6A5F-F75B-4BBC-AADC-A84DA758EE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77B21059-EA9B-4329-968B-81F7966D27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BFF9C99F-41B4-4789-934B-8BF03EA94E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C180277F-7E18-4896-AE91-960B379D2C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C95FE437-DA37-44C9-B975-96C6DD9DE0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2A5369E-5DB7-4854-BBEC-D043F3A5F2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B6B0D6D9-913A-4804-83B5-5A9858F570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9B4FACF-EF13-4EFA-86D3-D5B2B6703A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7BD767A9-D2A3-4942-B654-34DDDFD60B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0C97F02F-13B9-4D7E-B916-BC8713CC0D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99C0654B-0803-40FA-BF28-D8EA65F58C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D44F31B6-3657-4241-A94E-EEDBFF0C98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3557624B-3CCB-43DA-998B-B1EC599C75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75B0CCD4-215D-456D-808C-F96ABB74D3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FE4E038E-23E6-43BE-9A3B-523A28DF73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A686F1FD-4135-414B-8575-ED97CC8DBF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36FBC8D5-B3FE-4E26-8B4F-5D5668A8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33A60C97-778A-4251-A66B-49769F0C20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0CC04E3B-2AC3-4A7B-A425-DDABEA8AF3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CEF7D0E1-459C-4A15-9F05-545F6430B6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D5797445-BFB3-4EB2-8B44-4BF2C9E915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E27FB1FC-477D-45B3-82B0-0F49364698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D94CF442-4FF2-41B3-8870-097DBAF46C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A24927C8-A42E-4B8D-84A4-50A58968BC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5379CB96-0D3A-4582-8650-A909955BA3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531F84F2-CE93-4841-9AA6-BC9E355796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D1BED9D2-07EF-452E-AFA1-9A1E80AE24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2C75A1A5-0A11-42EA-AF4E-FF52721258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4275A1C7-FA96-4BBB-A7EF-A7ED02814E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8CA8B3B4-73BE-41D5-900B-42FBF6AA72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B0264B0D-E150-4641-BBB1-58080670EE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BCC2D199-EF36-4077-A50C-D9FC99331B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C6DCCA13-7F75-46F9-97B3-A9DA4C2173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56C76EEB-75A4-418F-9FE0-CC513BC3C2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1E952CEF-EC1B-4714-8900-D2DFAEF30F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2B899198-ADCC-4613-957B-7A40B17B15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5581AF7F-95DB-4163-B608-C04A61FB92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5616F834-835A-42B4-B51B-5AD285E283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EF598AFA-5F8F-4191-8881-1DE91BB2B0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6623A080-F2C6-4664-B99C-99A9C287B4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330E7091-D82F-490A-8F32-DE8745212E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2B340B39-E421-434F-AF1A-DAD7E7802D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6C2ED568-9809-4A18-A06A-87018A987E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A6C26F4B-6369-4557-B6D4-A1B448B127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42CEA830-FB77-4EA5-9BAB-64B6F500F3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E5A9B88C-3ADF-40D8-9E9B-42439F8520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CC9DEE2F-0410-4B1A-BED8-D1371CE8B4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8A66E75A-959E-436D-B1F1-DBD1E460E1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B35526DB-3749-43FA-84BA-E73EE1D1DB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6503C90B-19EF-4925-A08A-AE40956A26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B98692DC-F401-45BC-ABC7-421F3391C3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8629B1A4-7BFC-4F45-9FAD-BB035C4E47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A2F92592-AB8B-4732-BEE7-3E2B830EA3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9C3644DC-02D1-43FF-8ED1-0ECBBA4B3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4DC12AE3-E70C-4CD8-9A74-7567F99C46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0E0DDE12-8B48-4D21-8863-06298ED8B8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C611F1DE-AF40-48FC-8A1E-0A175D439E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34C2CAED-22FC-4450-8BBC-7811F7DF9B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F89E6B45-A41C-4735-A7F5-E4EFD5DCFD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44BFE35C-5487-42E8-AC30-01FC1E4F51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3575E1A5-C3CB-4081-A394-36172B7DB1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C9C6DF24-803A-44A1-B29A-B90297D393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A7B096-566C-4312-AF19-D9A3B6BC0E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8B429767-12DD-4020-BC3E-9944CF36F6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FF510776-417B-4B74-9082-ED3915450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FEF51D3D-E951-49CE-BCE4-D444BEF6B2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B27BA73E-E784-4961-884D-F507DDE38A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2849019E-0178-4A1C-A5D8-DC3DFC572B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0B49676D-9D41-4B2D-8FF9-69AC31CFDC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6BDFE3E8-9647-4400-B019-8EDD4E688B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EDD57B95-ED61-4561-9ADF-38126BADCE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3744F230-BFBA-41B0-9FE2-481D1EAFFF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C32022D3-12E0-4BC1-8085-D6CBF3CDD7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D1AED37F-874A-4B21-A522-FEBCB38F4C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5BB466E2-3497-4A3B-8777-FAA0AAEE2B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A924D178-36E4-4E29-86E8-7716F3B4A7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D0DF84E5-BB3D-4120-8FD3-98ECDA31BB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E5B29635-10AC-481E-A2DE-80E9DE6128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AAB430CA-3259-463F-85F9-B6E180323A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8EF18909-FC9F-4845-B1DC-027E82B219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FCE2389-D574-49C1-89EB-D8C7308883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D44B35A5-5216-45FC-8F0F-D80E383B42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9470F10A-F708-41AA-A910-5C288B3556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CD73E13B-910B-40D2-B53F-6614C098BA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8267FC95-0200-40B3-B043-D33BEA60D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9F14022C-37CD-4CDD-ACD1-86161EF001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6248CBD8-82A3-7ECA-9C63-9E8B6AF799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2704602"/>
              </p:ext>
            </p:extLst>
          </p:nvPr>
        </p:nvGraphicFramePr>
        <p:xfrm>
          <a:off x="946520" y="1747592"/>
          <a:ext cx="5217173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47189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8C03EB-A2A9-82D1-69B1-D0C133D04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95992"/>
            <a:ext cx="4195140" cy="5638831"/>
          </a:xfrm>
          <a:noFill/>
        </p:spPr>
        <p:txBody>
          <a:bodyPr anchor="ctr">
            <a:normAutofit/>
          </a:bodyPr>
          <a:lstStyle/>
          <a:p>
            <a:r>
              <a:rPr lang="ru-RU" sz="4800" b="1"/>
              <a:t>Проблема</a:t>
            </a:r>
            <a:endParaRPr lang="ru-RU" sz="480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9839D19-90C0-87F9-36C5-17BB19CFD9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0585135"/>
              </p:ext>
            </p:extLst>
          </p:nvPr>
        </p:nvGraphicFramePr>
        <p:xfrm>
          <a:off x="4915947" y="866585"/>
          <a:ext cx="6253722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418515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Rectangle 38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46" name="Group 390">
            <a:extLst>
              <a:ext uri="{FF2B5EF4-FFF2-40B4-BE49-F238E27FC236}">
                <a16:creationId xmlns:a16="http://schemas.microsoft.com/office/drawing/2014/main" id="{2A638C7D-9088-41A9-88A0-7357157BC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31180" y="1109243"/>
            <a:ext cx="4842710" cy="4842710"/>
            <a:chOff x="1881974" y="1174396"/>
            <a:chExt cx="5290997" cy="5290997"/>
          </a:xfrm>
        </p:grpSpPr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9714B173-1D32-4BBC-A685-1F5D257AB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7" name="Oval 392">
              <a:extLst>
                <a:ext uri="{FF2B5EF4-FFF2-40B4-BE49-F238E27FC236}">
                  <a16:creationId xmlns:a16="http://schemas.microsoft.com/office/drawing/2014/main" id="{BEF82DD1-2343-4F41-B6A7-A6489A713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48" name="Oval 394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270" y="1095407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6BDC0F-73E3-59A6-677C-A788DEEF0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4751" y="568517"/>
            <a:ext cx="6161004" cy="886379"/>
          </a:xfrm>
        </p:spPr>
        <p:txBody>
          <a:bodyPr>
            <a:normAutofit/>
          </a:bodyPr>
          <a:lstStyle/>
          <a:p>
            <a:r>
              <a:rPr lang="ru-RU">
                <a:solidFill>
                  <a:schemeClr val="bg1"/>
                </a:solidFill>
              </a:rPr>
              <a:t>Наше решение</a:t>
            </a:r>
          </a:p>
        </p:txBody>
      </p: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3F219210-B16A-47B6-9AA8-207DAFF37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749" name="Freeform: Shape 397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750" name="Freeform: Shape 398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4FF6001-94E7-E50F-9EF4-032467792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077" y="2531811"/>
            <a:ext cx="3217333" cy="1882139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C4CE8755-7846-86EE-A6B8-744BE2C48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820369"/>
            <a:ext cx="5217173" cy="4351338"/>
          </a:xfrm>
        </p:spPr>
        <p:txBody>
          <a:bodyPr>
            <a:normAutofit/>
          </a:bodyPr>
          <a:lstStyle/>
          <a:p>
            <a:r>
              <a:rPr lang="ru-RU" b="1" dirty="0" err="1">
                <a:solidFill>
                  <a:schemeClr val="bg1"/>
                </a:solidFill>
              </a:rPr>
              <a:t>UniAttend</a:t>
            </a:r>
            <a:r>
              <a:rPr lang="ru-RU" dirty="0">
                <a:solidFill>
                  <a:schemeClr val="bg1"/>
                </a:solidFill>
              </a:rPr>
              <a:t> — веб-платформа, которая:</a:t>
            </a:r>
          </a:p>
          <a:p>
            <a:r>
              <a:rPr lang="ru-RU" dirty="0">
                <a:solidFill>
                  <a:schemeClr val="bg1"/>
                </a:solidFill>
              </a:rPr>
              <a:t>автоматизирует процесс отметки посещаемости,</a:t>
            </a:r>
          </a:p>
          <a:p>
            <a:r>
              <a:rPr lang="ru-RU" dirty="0">
                <a:solidFill>
                  <a:schemeClr val="bg1"/>
                </a:solidFill>
              </a:rPr>
              <a:t>обеспечивает прозрачную аналитику,</a:t>
            </a:r>
          </a:p>
          <a:p>
            <a:r>
              <a:rPr lang="ru-RU" dirty="0">
                <a:solidFill>
                  <a:schemeClr val="bg1"/>
                </a:solidFill>
              </a:rPr>
              <a:t>упрощает взаимодействие преподавателей, студентов и старост.</a:t>
            </a:r>
          </a:p>
        </p:txBody>
      </p:sp>
      <p:grpSp>
        <p:nvGrpSpPr>
          <p:cNvPr id="751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2" name="Freeform: Shape 402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3" name="Freeform: Shape 405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0614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A7E71E-6001-4D2C-A849-3FBEAE23C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Функционал системы</a:t>
            </a:r>
          </a:p>
        </p:txBody>
      </p:sp>
      <p:grpSp>
        <p:nvGrpSpPr>
          <p:cNvPr id="35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9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1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43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14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385" name="Rectangle 1">
            <a:extLst>
              <a:ext uri="{FF2B5EF4-FFF2-40B4-BE49-F238E27FC236}">
                <a16:creationId xmlns:a16="http://schemas.microsoft.com/office/drawing/2014/main" id="{A143BE5F-F142-A8AA-9EFE-5777380BEF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5696550"/>
              </p:ext>
            </p:extLst>
          </p:nvPr>
        </p:nvGraphicFramePr>
        <p:xfrm>
          <a:off x="6477270" y="1130845"/>
          <a:ext cx="4974771" cy="5389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93809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A464D8F0-8ADF-41F0-B6EF-EDCB07786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13871"/>
            <a:ext cx="1861854" cy="717514"/>
            <a:chOff x="0" y="604259"/>
            <a:chExt cx="1861854" cy="717514"/>
          </a:xfrm>
          <a:solidFill>
            <a:srgbClr val="FFFFFF"/>
          </a:solidFill>
        </p:grpSpPr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5682B8C-4240-452F-96C1-4CD7E59B58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604259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52E986DD-2E0C-40E9-A0B4-1492E7C944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043994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21147CC-0146-459F-AC50-3DE54A0E7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13871"/>
            <a:ext cx="1861854" cy="717514"/>
            <a:chOff x="0" y="604259"/>
            <a:chExt cx="1861854" cy="717514"/>
          </a:xfrm>
          <a:solidFill>
            <a:schemeClr val="bg1"/>
          </a:solidFill>
        </p:grpSpPr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C8971EE-FF2D-4E91-9815-2CCC66CD94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604259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921A2CC-9B13-43D7-8074-9B7479CEB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043994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E7D92DE-9334-4F12-AD6B-8548D4F9A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0364" y="1215898"/>
            <a:ext cx="3959478" cy="4710717"/>
            <a:chOff x="1674895" y="1345036"/>
            <a:chExt cx="5428610" cy="4210939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A39D0FC-B65F-4D5D-A8AD-6D0E6C4D67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163AFBF5-FA42-4BA8-BCE4-E37A127AC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E1E800F-93B7-4AB7-B63A-E4C4E9C2C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039" y="1073781"/>
            <a:ext cx="4027288" cy="472773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8891F4-D387-79D1-CF00-02EF53D01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80" y="1274547"/>
            <a:ext cx="3394706" cy="278307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>
                <a:solidFill>
                  <a:schemeClr val="bg1"/>
                </a:solidFill>
              </a:rPr>
              <a:t>Демонстрация интерфейса</a:t>
            </a: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0790119" y="0"/>
            <a:ext cx="1401881" cy="1345036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A1A59942-B6FE-4CF6-8242-F6EE3231B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0790119" y="0"/>
            <a:ext cx="1401881" cy="1345036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F2D9628C-9189-4868-B8AA-1727266FE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0423" y="4590987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1AF05241-2204-496E-AD1F-68B31922B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0423" y="4590987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C41D51F-B73A-922D-6A4F-09A11CE41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491" y="488411"/>
            <a:ext cx="2381875" cy="5881176"/>
          </a:xfrm>
          <a:prstGeom prst="rect">
            <a:avLst/>
          </a:prstGeom>
          <a:ln w="28575">
            <a:noFill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FE88C5D-ACAD-4A2A-FD3E-C59691404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6576" y="1702575"/>
            <a:ext cx="3715001" cy="2888412"/>
          </a:xfrm>
          <a:prstGeom prst="rect">
            <a:avLst/>
          </a:prstGeom>
        </p:spPr>
      </p:pic>
      <p:grpSp>
        <p:nvGrpSpPr>
          <p:cNvPr id="111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03907" y="5801515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05491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086CA7B-07C0-9074-88C9-8B4A10CDA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681" y="457200"/>
            <a:ext cx="843063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684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5BDAA2-DC69-1C83-B005-BBE065062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40C36D1-1FF8-A874-B7AD-E19402E20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648627-0AA2-2271-5A73-586870BD8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5A4610-D2EE-6A6F-9725-A4F4491F7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06513C-5811-7E37-587A-997B366B9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54286AB-3556-11BF-AED6-DB7FA0F86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130" y="643253"/>
            <a:ext cx="5083597" cy="5571066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FF15164-3817-FB01-883B-64FF24680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01" y="1470869"/>
            <a:ext cx="5291667" cy="391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002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623F47-550E-A551-D65C-F38908152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1584DD-3128-3895-D3D6-4BD539A54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D69569-E845-72D4-D99C-0EF8F80E5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E0E930-29C4-A358-E6C2-93BA24641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2EC6B1-2B61-A0DA-4389-D06AE6BA5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80098D9-5E25-35FB-C1E3-2E8504AB1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16" y="2031167"/>
            <a:ext cx="5370484" cy="29836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FE213F9-4215-CF88-496C-FFC5067E0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816" y="239842"/>
            <a:ext cx="5085438" cy="624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842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AED1919-54A1-41C9-B30B-A3FF3F58E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26220" y="98104"/>
            <a:ext cx="4288094" cy="4288094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Монитор">
            <a:extLst>
              <a:ext uri="{FF2B5EF4-FFF2-40B4-BE49-F238E27FC236}">
                <a16:creationId xmlns:a16="http://schemas.microsoft.com/office/drawing/2014/main" id="{526E1BC0-4477-5A13-1856-602BC984D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69471" y="941355"/>
            <a:ext cx="2601592" cy="2601592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C4751043-2EE3-4222-9979-8E61D93DA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1848" y="2813300"/>
            <a:ext cx="3757487" cy="3757487"/>
            <a:chOff x="1881974" y="1174396"/>
            <a:chExt cx="5290997" cy="5290997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3FD8213-DB67-4E29-9615-984DB59917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4EDB257-28CF-422F-AE6A-B99E3FE811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FFFEB18F-F81F-4CED-BE64-EB888A77C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4350" y="2762501"/>
            <a:ext cx="3744592" cy="374459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B3FFF0-E214-99EB-2E40-EEAE450DC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591" y="3404608"/>
            <a:ext cx="3520789" cy="2666087"/>
          </a:xfrm>
        </p:spPr>
        <p:txBody>
          <a:bodyPr>
            <a:normAutofit/>
          </a:bodyPr>
          <a:lstStyle/>
          <a:p>
            <a:pPr algn="ctr"/>
            <a:r>
              <a:rPr lang="ru-RU">
                <a:solidFill>
                  <a:schemeClr val="bg1"/>
                </a:solidFill>
              </a:rPr>
              <a:t>Техническая архитектура</a:t>
            </a:r>
          </a:p>
        </p:txBody>
      </p:sp>
      <p:grpSp>
        <p:nvGrpSpPr>
          <p:cNvPr id="25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9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BD467B-A42E-D4D0-ACBB-9F1D21779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Frontend: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HTML5, CSS3, JavaScript (ES6+), </a:t>
            </a:r>
            <a:r>
              <a:rPr lang="ru-RU" dirty="0">
                <a:solidFill>
                  <a:schemeClr val="bg1"/>
                </a:solidFill>
              </a:rPr>
              <a:t>адаптивный дизайн</a:t>
            </a:r>
          </a:p>
          <a:p>
            <a:r>
              <a:rPr lang="en-US" b="1" dirty="0">
                <a:solidFill>
                  <a:schemeClr val="bg1"/>
                </a:solidFill>
              </a:rPr>
              <a:t>Backend: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Node.js, JSON-</a:t>
            </a:r>
            <a:r>
              <a:rPr lang="ru-RU" dirty="0">
                <a:solidFill>
                  <a:schemeClr val="bg1"/>
                </a:solidFill>
              </a:rPr>
              <a:t>хранилища,</a:t>
            </a:r>
            <a:r>
              <a:rPr lang="en-US" dirty="0">
                <a:solidFill>
                  <a:schemeClr val="bg1"/>
                </a:solidFill>
              </a:rPr>
              <a:t> JavaScript,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REST API</a:t>
            </a:r>
          </a:p>
          <a:p>
            <a:r>
              <a:rPr lang="ru-RU" b="1" dirty="0">
                <a:solidFill>
                  <a:schemeClr val="bg1"/>
                </a:solidFill>
              </a:rPr>
              <a:t>Парсинг и интеграции: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BeautifulSoup4</a:t>
            </a:r>
          </a:p>
          <a:p>
            <a:r>
              <a:rPr lang="ru-RU" b="1" dirty="0">
                <a:solidFill>
                  <a:schemeClr val="bg1"/>
                </a:solidFill>
              </a:rPr>
              <a:t>Экспорт: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Генерация Excel и PDF отчётов на сервере (Node.js-библиотеки)</a:t>
            </a:r>
          </a:p>
        </p:txBody>
      </p:sp>
    </p:spTree>
    <p:extLst>
      <p:ext uri="{BB962C8B-B14F-4D97-AF65-F5344CB8AC3E}">
        <p14:creationId xmlns:p14="http://schemas.microsoft.com/office/powerpoint/2010/main" val="844786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E8299-D4AD-06EF-A703-C123EBDAB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ru-RU">
                <a:solidFill>
                  <a:schemeClr val="bg1"/>
                </a:solidFill>
              </a:rPr>
              <a:t>Преимущества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1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3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5E55FD-50C3-73D3-F812-E87568DCDE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34868" y="1130846"/>
            <a:ext cx="5217173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lang="ru-RU" altLang="ru-RU" dirty="0">
                <a:solidFill>
                  <a:schemeClr val="bg1"/>
                </a:solidFill>
                <a:latin typeface="Arial" panose="020B0604020202020204" pitchFamily="34" charset="0"/>
              </a:rPr>
              <a:t>О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тметка посещаемости в пару кликов</a:t>
            </a: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Удобный интерфейс для студентов и старост</a:t>
            </a: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Аналитика в реальном времени</a:t>
            </a: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Простая интеграция с вузовскими системами</a:t>
            </a: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Готовность к масштабированию</a:t>
            </a:r>
          </a:p>
        </p:txBody>
      </p:sp>
      <p:grpSp>
        <p:nvGrpSpPr>
          <p:cNvPr id="29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8705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46EE4A-5AAF-BBA0-D3F6-39E866388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Контакты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D4C47D-9CBA-AFA8-7C20-EE4275710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0833"/>
            <a:ext cx="5096934" cy="4166130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 sz="2000" dirty="0" err="1"/>
              <a:t>Кукунин</a:t>
            </a:r>
            <a:r>
              <a:rPr lang="en-US" sz="2000" dirty="0"/>
              <a:t> </a:t>
            </a:r>
            <a:r>
              <a:rPr lang="en-US" sz="2000" dirty="0" err="1"/>
              <a:t>Родион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Email: rodion.2017.info@gmail.com</a:t>
            </a:r>
          </a:p>
          <a:p>
            <a:pPr marL="0"/>
            <a:r>
              <a:rPr lang="en-US" sz="2000" dirty="0" err="1"/>
              <a:t>Телефон</a:t>
            </a:r>
            <a:r>
              <a:rPr lang="en-US" sz="2000" dirty="0"/>
              <a:t>: +79040137811</a:t>
            </a:r>
            <a:br>
              <a:rPr lang="en-US" sz="2000" dirty="0"/>
            </a:br>
            <a:r>
              <a:rPr lang="en-US" sz="2000" dirty="0"/>
              <a:t>TG: @kukunin69</a:t>
            </a:r>
            <a:br>
              <a:rPr lang="en-US" sz="2000" dirty="0"/>
            </a:br>
            <a:r>
              <a:rPr lang="en-US" sz="2000" dirty="0"/>
              <a:t>VK: id340613193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CEE6643E-8E62-5320-288B-14D839A58354}"/>
              </a:ext>
            </a:extLst>
          </p:cNvPr>
          <p:cNvSpPr txBox="1">
            <a:spLocks/>
          </p:cNvSpPr>
          <p:nvPr/>
        </p:nvSpPr>
        <p:spPr>
          <a:xfrm>
            <a:off x="6256866" y="2010833"/>
            <a:ext cx="5096933" cy="4166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r>
              <a:rPr lang="en-US" sz="2000"/>
              <a:t>Владимир Павлов</a:t>
            </a:r>
            <a:br>
              <a:rPr lang="en-US" sz="2000"/>
            </a:br>
            <a:r>
              <a:rPr lang="en-US" sz="2000"/>
              <a:t>Email: vladimir611277@mail.ru</a:t>
            </a:r>
          </a:p>
          <a:p>
            <a:pPr marL="0"/>
            <a:r>
              <a:rPr lang="en-US" sz="2000"/>
              <a:t>Телефон: +79539016170</a:t>
            </a:r>
            <a:br>
              <a:rPr lang="en-US" sz="2000"/>
            </a:br>
            <a:r>
              <a:rPr lang="en-US" sz="2000"/>
              <a:t>TG: @pvs5689</a:t>
            </a:r>
            <a:br>
              <a:rPr lang="en-US" sz="2000"/>
            </a:br>
            <a:r>
              <a:rPr lang="en-US" sz="2000"/>
              <a:t>VK: id584277399</a:t>
            </a:r>
            <a:br>
              <a:rPr lang="en-US" sz="2000"/>
            </a:b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167262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8B433-CAE4-B91F-DE8B-465C902F6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СПАСИБО ЗА ВНИМАНИЕ</a:t>
            </a:r>
            <a:br>
              <a:rPr lang="ru-RU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ru-RU" sz="3200" dirty="0">
                <a:solidFill>
                  <a:schemeClr val="bg1"/>
                </a:solidFill>
              </a:rPr>
              <a:t>Остались вопросы</a:t>
            </a:r>
            <a:r>
              <a:rPr lang="en-US" sz="3200" dirty="0">
                <a:solidFill>
                  <a:schemeClr val="bg1"/>
                </a:solidFill>
              </a:rPr>
              <a:t>?</a:t>
            </a:r>
            <a:endParaRPr lang="en-US" sz="3200" kern="1200" dirty="0">
              <a:solidFill>
                <a:schemeClr val="bg1"/>
              </a:solidFill>
            </a:endParaRP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93339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911</TotalTime>
  <Words>332</Words>
  <Application>Microsoft Office PowerPoint</Application>
  <PresentationFormat>Широкоэкранный</PresentationFormat>
  <Paragraphs>59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Тема Office</vt:lpstr>
      <vt:lpstr>UniAttend Система автоматизированного учёта посещаемости студентов</vt:lpstr>
      <vt:lpstr>Команда “Опята”</vt:lpstr>
      <vt:lpstr>Проблема</vt:lpstr>
      <vt:lpstr>Наше решение</vt:lpstr>
      <vt:lpstr>Функционал системы</vt:lpstr>
      <vt:lpstr>Демонстрация интерфейса</vt:lpstr>
      <vt:lpstr>Презентация PowerPoint</vt:lpstr>
      <vt:lpstr>Презентация PowerPoint</vt:lpstr>
      <vt:lpstr>Презентация PowerPoint</vt:lpstr>
      <vt:lpstr>Техническая архитектура</vt:lpstr>
      <vt:lpstr>Преимущества</vt:lpstr>
      <vt:lpstr>Контакты</vt:lpstr>
      <vt:lpstr>СПАСИБО ЗА ВНИМАНИЕ Остались вопросы?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Владимир Павлов</dc:creator>
  <cp:lastModifiedBy>Владимир Павлов</cp:lastModifiedBy>
  <cp:revision>28</cp:revision>
  <dcterms:created xsi:type="dcterms:W3CDTF">2025-11-21T01:14:15Z</dcterms:created>
  <dcterms:modified xsi:type="dcterms:W3CDTF">2025-11-27T08:53:14Z</dcterms:modified>
</cp:coreProperties>
</file>